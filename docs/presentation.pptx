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76204928cc44153" /><Relationship Type="http://schemas.openxmlformats.org/officeDocument/2006/relationships/extended-properties" Target="/docProps/app.xml" Id="Rcb03794a8bab4ebc" /><Relationship Type="http://schemas.openxmlformats.org/officeDocument/2006/relationships/officeDocument" Target="/ppt/presentation.xml" Id="Rc54248c2a21c4a5f" /></Relationships>
</file>

<file path=ppt/presentation.xml><?xml version="1.0" encoding="utf-8"?>
<p:presentation xmlns:p="http://schemas.openxmlformats.org/presentationml/2006/main">
  <p:sldMasterIdLst>
    <p:sldMasterId xmlns:r="http://schemas.openxmlformats.org/officeDocument/2006/relationships" id="2147483648" r:id="R8fe86474c02c4d5b"/>
  </p:sldMasterIdLst>
  <p:notesMasterIdLst>
    <p:notesMasterId xmlns:r="http://schemas.openxmlformats.org/officeDocument/2006/relationships" r:id="R1f325b72d1eb4a6c"/>
  </p:notesMasterIdLst>
  <p:sldIdLst>
    <p:sldId xmlns:r="http://schemas.openxmlformats.org/officeDocument/2006/relationships" id="256" r:id="R0a44f8fe77f349de"/>
    <p:sldId xmlns:r="http://schemas.openxmlformats.org/officeDocument/2006/relationships" id="257" r:id="R6b665f0e74d441c3"/>
    <p:sldId xmlns:r="http://schemas.openxmlformats.org/officeDocument/2006/relationships" id="258" r:id="Raafe568c129741ca"/>
    <p:sldId xmlns:r="http://schemas.openxmlformats.org/officeDocument/2006/relationships" id="259" r:id="R687a5871175e4cf8"/>
    <p:sldId xmlns:r="http://schemas.openxmlformats.org/officeDocument/2006/relationships" id="260" r:id="Rf590d7e794e1487b"/>
    <p:sldId xmlns:r="http://schemas.openxmlformats.org/officeDocument/2006/relationships" id="261" r:id="R048235fa7adb477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6dfaa3bbb8a4876" /><Relationship Type="http://schemas.openxmlformats.org/officeDocument/2006/relationships/slideMaster" Target="/ppt/slideMasters/slideMaster1.xml" Id="R8fe86474c02c4d5b" /><Relationship Type="http://schemas.openxmlformats.org/officeDocument/2006/relationships/notesMaster" Target="/ppt/notesMasters/notesMaster1.xml" Id="R1f325b72d1eb4a6c" /><Relationship Type="http://schemas.openxmlformats.org/officeDocument/2006/relationships/presProps" Target="/ppt/presProps.xml" Id="Rbaa4dd63026e47b3" /><Relationship Type="http://schemas.openxmlformats.org/officeDocument/2006/relationships/tableStyles" Target="/ppt/tableStyles.xml" Id="R76efc791d2a040b8" /><Relationship Type="http://schemas.openxmlformats.org/officeDocument/2006/relationships/slide" Target="/ppt/slides/slide1.xml" Id="R0a44f8fe77f349de" /><Relationship Type="http://schemas.openxmlformats.org/officeDocument/2006/relationships/slide" Target="/ppt/slides/slide2.xml" Id="R6b665f0e74d441c3" /><Relationship Type="http://schemas.openxmlformats.org/officeDocument/2006/relationships/slide" Target="/ppt/slides/slide3.xml" Id="Raafe568c129741ca" /><Relationship Type="http://schemas.openxmlformats.org/officeDocument/2006/relationships/slide" Target="/ppt/slides/slide4.xml" Id="R687a5871175e4cf8" /><Relationship Type="http://schemas.openxmlformats.org/officeDocument/2006/relationships/slide" Target="/ppt/slides/slide5.xml" Id="Rf590d7e794e1487b" /><Relationship Type="http://schemas.openxmlformats.org/officeDocument/2006/relationships/slide" Target="/ppt/slides/slide6.xml" Id="R048235fa7adb477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07f1262841c4f8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ae03643750d4686" /><Relationship Type="http://schemas.openxmlformats.org/officeDocument/2006/relationships/notesMaster" Target="/ppt/notesMasters/notesMaster1.xml" Id="R0807ea20b7af4aac" /></Relationships>
</file>

<file path=ppt/notesSlides/_rels/notesSlide2.xml.rels>&#65279;<?xml version="1.0" encoding="utf-8"?><Relationships xmlns="http://schemas.openxmlformats.org/package/2006/relationships"><Relationship Type="http://schemas.openxmlformats.org/officeDocument/2006/relationships/slide" Target="/ppt/slides/slide2.xml" Id="Raea4b4301ef142f8" /><Relationship Type="http://schemas.openxmlformats.org/officeDocument/2006/relationships/notesMaster" Target="/ppt/notesMasters/notesMaster1.xml" Id="Rc581e18daacf41a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0f2b27297104faa" /><Relationship Type="http://schemas.openxmlformats.org/officeDocument/2006/relationships/notesMaster" Target="/ppt/notesMasters/notesMaster1.xml" Id="Rfb23534846434e2b"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78b33a0e974fe5" /><Relationship Type="http://schemas.openxmlformats.org/officeDocument/2006/relationships/notesMaster" Target="/ppt/notesMasters/notesMaster1.xml" Id="R832b1f64e39c46fd"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0f46b7e3c44fb3" /><Relationship Type="http://schemas.openxmlformats.org/officeDocument/2006/relationships/notesMaster" Target="/ppt/notesMasters/notesMaster1.xml" Id="Rc78abfff26d64fb5" /></Relationships>
</file>

<file path=ppt/notesSlides/_rels/notesSlide6.xml.rels>&#65279;<?xml version="1.0" encoding="utf-8"?><Relationships xmlns="http://schemas.openxmlformats.org/package/2006/relationships"><Relationship Type="http://schemas.openxmlformats.org/officeDocument/2006/relationships/slide" Target="/ppt/slides/slide6.xml" Id="Rd5e891db40504d76" /><Relationship Type="http://schemas.openxmlformats.org/officeDocument/2006/relationships/notesMaster" Target="/ppt/notesMasters/notesMaster1.xml" Id="R1392f8b22137436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Илья, около 35 секунд. Мы разрабатываем платформу, где преподаватели публикуют бесплатные учебные курсы, а студенты проходят уроки и тесты с сохранением прогресса. Один пользователь может учиться на чужих курсах и, получив права преподавателя, создавать свои. В учебный MVP входят каталог, уроки, квизы, личный кабинет и обязательное администрирование. Платежи, чат и сертификаты в первый выпуск не входят.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Илья, около 35 секунд. В команде три человека. Константин Барановский отвечает за разработку интерфейса, API и базы данных. Станислав Борцевич составляет проверки, регистрирует дефекты и проверяет исправления. Я, Илья Момотюк, веду требования, планирование, Trello и подготовку к приёмке. Каждая функциональная задача связана с отдельной проверкой. Например, личный кабинет разрабатывает Константин, проверяет Станислав, а критерии и приёмку ведёт Илья. Это должности команды, отдельно от ролей пользователей платформы.</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Станислав, около 45 секунд. По замечаниям преподавателя мы убрали развилки, которые мешали тестированию. Администратор обязателен, подтверждение email тоже. При регистрации все получают базовые права студента, преподавательские права выдаются по заявке. Для курса определены статусы и доступ студентов после снятия с публикации или архивации. Урок завершается кнопкой, поэтому не нужно спорить, что считать концом текста или видео. Для квиза выбраны три попытки по двадцать минут и порог семьдесят процентов. Прогресс после отписки сохраняется. Также заданы лимиты файлов и конкретная нагрузка для испытаний.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Константин, около 45 секунд. Изначально у нас были ТЗ, макет в Figma и быстро заполненная доска. Подтверждённой реализации по модулям на прошедшем этапе не было. Сейчас подготовлены уточнённые требования, связанный план разработки и проверок, а также HTML-прототип главной страницы. В прототипе есть поиск, фильтры, описание курса и демонстрационное прохождение текстовых уроков с локальным прогрессом. Настоящих регистрации, API, базы данных и серверной проверки тестов пока нет. Справа исходный ориентир из Figma, это не снимок работающей системы. Источник изображения: макет, приложенный командой.</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Илья, около 45 секунд. На неделю с двадцать четвёртого по тридцатое октября предлагаем пять результатов: ТЗ — три story points, организация Trello — два, HTML-прототип — три, его проверка — два и презентация — один. Всего одиннадцать SP на команду. Мы оцениваем относительную сложность, а не часы. До одной-двух итераций у команды нет измеренной скорости, поэтому это первая оценка. Документ и код уже подготовлены к проверке, но мы не считаем их принятыми. Для каждой задачи есть ответственный и срок. Завершение недели оценим по принятым результатам и фактическим проверкам.</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Станислав, около 40 секунд. На вопрос, уложились ли мы в прошлую неделю, честный ответ: подтвердить выполнение разработки нельзя. Карточки были подготовлены быстро, а исходные оценки и фактическое время не велись. Сейчас мы исправили план и подготовили проверяемый прототип. Мне нужно пройти сценарии на компьютере и телефоне, проверить фильтры, сохранение прогресса и повторную запись. Браузерный прогон в среде подготовки не состоялся, поэтому статус проверки остаётся открытым. После совместного ревью мы принимаем результат, затем переходим к модели данных и аутентификации. В дальнейшем в готово переносим только результат с кодом и свидетельством проверки.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5a73f962644fc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70be1ce1eaf413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da625e7bb1a4a5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ef9bb8555bc453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a5eeec68a5b4ee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584318b853b4b3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B469EC2-730C-4975-921C-ED68432964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699C2BC-BA95-4978-B9F8-CE64E7B2E23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8C62D9F8-8A8C-4F39-9782-894F7C6BB59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06D79B3-B491-465F-9A37-FF9FF0EDB2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69F30F4E-EE00-418B-8CC5-9579DE44232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60E2FD-4554-46C6-8773-A56FE6887A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0CEFD6-B809-4C90-A941-5BC0BA547BC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AB998EB8-A0CE-43AB-BB6E-6F63F41CE9E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6ED00C6-50F1-415A-8F11-BA1A1B8C0FD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64C3AD1-70B5-4073-ADBC-7A1A6DFD78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9318edf2c941ff" /><Relationship Type="http://schemas.openxmlformats.org/officeDocument/2006/relationships/slideLayout" Target="/ppt/slideLayouts/slideLayout1.xml" Id="R6010e68871fa4f00" /><Relationship Type="http://schemas.openxmlformats.org/officeDocument/2006/relationships/slideLayout" Target="/ppt/slideLayouts/slideLayout2.xml" Id="Ra4a80ed0470f4be7" /><Relationship Type="http://schemas.openxmlformats.org/officeDocument/2006/relationships/slideLayout" Target="/ppt/slideLayouts/slideLayout3.xml" Id="R54424864dc9143bd" /><Relationship Type="http://schemas.openxmlformats.org/officeDocument/2006/relationships/slideLayout" Target="/ppt/slideLayouts/slideLayout4.xml" Id="R65a26518b0a0463f" /><Relationship Type="http://schemas.openxmlformats.org/officeDocument/2006/relationships/slideLayout" Target="/ppt/slideLayouts/slideLayout5.xml" Id="Rf662897b17dc4bd1" /><Relationship Type="http://schemas.openxmlformats.org/officeDocument/2006/relationships/slideLayout" Target="/ppt/slideLayouts/slideLayout6.xml" Id="R731625add41b42d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10e68871fa4f00"/>
    <p:sldLayoutId xmlns:r="http://schemas.openxmlformats.org/officeDocument/2006/relationships" id="2147483650" r:id="Ra4a80ed0470f4be7"/>
    <p:sldLayoutId xmlns:r="http://schemas.openxmlformats.org/officeDocument/2006/relationships" id="2147483651" r:id="R54424864dc9143bd"/>
    <p:sldLayoutId xmlns:r="http://schemas.openxmlformats.org/officeDocument/2006/relationships" id="2147483652" r:id="R65a26518b0a0463f"/>
    <p:sldLayoutId xmlns:r="http://schemas.openxmlformats.org/officeDocument/2006/relationships" id="2147483653" r:id="Rf662897b17dc4bd1"/>
    <p:sldLayoutId xmlns:r="http://schemas.openxmlformats.org/officeDocument/2006/relationships" id="2147483654" r:id="R731625add41b42d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215fe4939174751" /><Relationship Type="http://schemas.openxmlformats.org/officeDocument/2006/relationships/notesSlide" Target="/ppt/notesSlides/notesSlide1.xml" Id="R0b9ae462ec994c8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605c135eeab4347" /><Relationship Type="http://schemas.openxmlformats.org/officeDocument/2006/relationships/notesSlide" Target="/ppt/notesSlides/notesSlide2.xml" Id="Rd4fc53bbaa1d4b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2f793f2d01a43e8" /><Relationship Type="http://schemas.openxmlformats.org/officeDocument/2006/relationships/notesSlide" Target="/ppt/notesSlides/notesSlide3.xml" Id="R015ed9803ea244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9d214d93cca4fbf" /><Relationship Type="http://schemas.openxmlformats.org/officeDocument/2006/relationships/image" Target="/ppt/media/image.png" Id="R68fc8246b75649bc" /><Relationship Type="http://schemas.openxmlformats.org/officeDocument/2006/relationships/notesSlide" Target="/ppt/notesSlides/notesSlide4.xml" Id="Rdb11430a3d024c5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d0c315512c841e2" /><Relationship Type="http://schemas.openxmlformats.org/officeDocument/2006/relationships/notesSlide" Target="/ppt/notesSlides/notesSlide5.xml" Id="R34a0e64aceaa458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4a2df275711464f" /><Relationship Type="http://schemas.openxmlformats.org/officeDocument/2006/relationships/notesSlide" Target="/ppt/notesSlides/notesSlide6.xml" Id="R3191190b8c0b4496" /></Relationships>
</file>

<file path=ppt/slides/slide1.xml><?xml version="1.0" encoding="utf-8"?>
<p:sld xmlns:p="http://schemas.openxmlformats.org/presentationml/2006/main">
  <p:cSld>
    <p:bg>
      <p:bgPr>
        <a:solidFill xmlns:a="http://schemas.openxmlformats.org/drawingml/2006/main">
          <a:srgbClr val="FAF9FF"/>
        </a:solidFill>
      </p:bgPr>
    </p:bg>
    <p:spTree>
      <p:nvGrpSpPr>
        <p:cNvPr id="1" name=""/>
        <p:cNvGrpSpPr/>
        <p:nvPr/>
      </p:nvGrpSpPr>
      <p:grpSpPr>
        <a:xfrm xmlns:a="http://schemas.openxmlformats.org/drawingml/2006/main"/>
      </p:grpSpPr>
      <p:sp>
        <p:nvSpPr>
          <p:cNvPr id="6" name="series">
            <a:extLst xmlns:a="http://schemas.openxmlformats.org/drawingml/2006/main">
              <a:ext uri="{FF2B5EF4-FFF2-40B4-BE49-F238E27FC236}">
                <a16:creationId xmlns:a16="http://schemas.microsoft.com/office/drawing/2014/main" id="{EF73C725-1C87-4060-A153-873485885DBB}"/>
              </a:ext>
            </a:extLst>
          </p:cNvPr>
          <p:cNvSpPr>
            <a:spLocks xmlns:a="http://schemas.openxmlformats.org/drawingml/2006/main" noGrp="1"/>
          </p:cNvSpPr>
          <p:nvPr/>
        </p:nvSpPr>
        <p:spPr>
          <a:xfrm xmlns:a="http://schemas.openxmlformats.org/drawingml/2006/main">
            <a:off x="609600" y="285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125" b="1">
                <a:solidFill>
                  <a:srgbClr val="6145E6"/>
                </a:solidFill>
                <a:latin typeface="DejaVu Sans"/>
                <a:ea typeface="DejaVu Sans"/>
                <a:cs typeface="DejaVu Sans"/>
              </a:defRPr>
            </a:defPPr>
            <a:lvl1pPr>
              <a:defRPr sz="1125" b="1">
                <a:solidFill>
                  <a:srgbClr val="6145E6"/>
                </a:solidFill>
                <a:latin typeface="DejaVu Sans"/>
                <a:ea typeface="DejaVu Sans"/>
                <a:cs typeface="DejaVu Sans"/>
              </a:defRPr>
            </a:lvl1pPr>
            <a:lvl2pPr>
              <a:defRPr sz="1125" b="1">
                <a:solidFill>
                  <a:srgbClr val="6145E6"/>
                </a:solidFill>
                <a:latin typeface="DejaVu Sans"/>
                <a:ea typeface="DejaVu Sans"/>
                <a:cs typeface="DejaVu Sans"/>
              </a:defRPr>
            </a:lvl2pPr>
            <a:lvl3pPr>
              <a:defRPr sz="1125" b="1">
                <a:solidFill>
                  <a:srgbClr val="6145E6"/>
                </a:solidFill>
                <a:latin typeface="DejaVu Sans"/>
                <a:ea typeface="DejaVu Sans"/>
                <a:cs typeface="DejaVu Sans"/>
              </a:defRPr>
            </a:lvl3pPr>
            <a:lvl4pPr>
              <a:defRPr sz="1125" b="1">
                <a:solidFill>
                  <a:srgbClr val="6145E6"/>
                </a:solidFill>
                <a:latin typeface="DejaVu Sans"/>
                <a:ea typeface="DejaVu Sans"/>
                <a:cs typeface="DejaVu Sans"/>
              </a:defRPr>
            </a:lvl4pPr>
            <a:lvl5pPr>
              <a:defRPr sz="1125" b="1">
                <a:solidFill>
                  <a:srgbClr val="6145E6"/>
                </a:solidFill>
                <a:latin typeface="DejaVu Sans"/>
                <a:ea typeface="DejaVu Sans"/>
                <a:cs typeface="DejaVu Sans"/>
              </a:defRPr>
            </a:lvl5pPr>
            <a:lvl6pPr>
              <a:defRPr sz="1125" b="1">
                <a:solidFill>
                  <a:srgbClr val="6145E6"/>
                </a:solidFill>
                <a:latin typeface="DejaVu Sans"/>
                <a:ea typeface="DejaVu Sans"/>
                <a:cs typeface="DejaVu Sans"/>
              </a:defRPr>
            </a:lvl6pPr>
            <a:lvl7pPr>
              <a:defRPr sz="1125" b="1">
                <a:solidFill>
                  <a:srgbClr val="6145E6"/>
                </a:solidFill>
                <a:latin typeface="DejaVu Sans"/>
                <a:ea typeface="DejaVu Sans"/>
                <a:cs typeface="DejaVu Sans"/>
              </a:defRPr>
            </a:lvl7pPr>
            <a:lvl8pPr>
              <a:defRPr sz="1125" b="1">
                <a:solidFill>
                  <a:srgbClr val="6145E6"/>
                </a:solidFill>
                <a:latin typeface="DejaVu Sans"/>
                <a:ea typeface="DejaVu Sans"/>
                <a:cs typeface="DejaVu Sans"/>
              </a:defRPr>
            </a:lvl8pPr>
            <a:lvl9pPr>
              <a:defRPr sz="1125" b="1">
                <a:solidFill>
                  <a:srgbClr val="6145E6"/>
                </a:solidFill>
                <a:latin typeface="DejaVu Sans"/>
                <a:ea typeface="DejaVu Sans"/>
                <a:cs typeface="DejaVu Sans"/>
              </a:defRPr>
            </a:lvl9pPr>
          </a:lstStyle>
          <a:p xmlns:a="http://schemas.openxmlformats.org/drawingml/2006/main">
            <a:pPr>
              <a:defRPr sz="1125" b="1">
                <a:solidFill>
                  <a:srgbClr val="6145E6"/>
                </a:solidFill>
                <a:latin typeface="DejaVu Sans"/>
                <a:ea typeface="DejaVu Sans"/>
                <a:cs typeface="DejaVu Sans"/>
              </a:defRPr>
            </a:pPr>
            <a:r>
              <a:rPr sz="1125" b="1">
                <a:solidFill>
                  <a:srgbClr val="6145E6"/>
                </a:solidFill>
                <a:latin typeface="DejaVu Sans"/>
                <a:ea typeface="DejaVu Sans"/>
                <a:cs typeface="DejaVu Sans"/>
              </a:rPr>
              <a:t>ОНЛАЙН КУРСЫ / УЧЕБНЫЙ ПРОЕКТ</a:t>
            </a:r>
          </a:p>
        </p:txBody>
      </p:sp>
      <p:sp>
        <p:nvSpPr>
          <p:cNvPr id="2" name="title">
            <a:extLst xmlns:a="http://schemas.openxmlformats.org/drawingml/2006/main">
              <a:ext uri="{FF2B5EF4-FFF2-40B4-BE49-F238E27FC236}">
                <a16:creationId xmlns:a16="http://schemas.microsoft.com/office/drawing/2014/main" id="{6D9BAD95-C87F-4296-B939-69FF71CC5AAA}"/>
              </a:ext>
            </a:extLst>
          </p:cNvPr>
          <p:cNvSpPr>
            <a:spLocks xmlns:a="http://schemas.openxmlformats.org/drawingml/2006/main" noGrp="1"/>
          </p:cNvSpPr>
          <p:nvPr/>
        </p:nvSpPr>
        <p:spPr>
          <a:xfrm xmlns:a="http://schemas.openxmlformats.org/drawingml/2006/main">
            <a:off x="609600" y="8953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600" b="1">
                <a:solidFill>
                  <a:srgbClr val="252638"/>
                </a:solidFill>
                <a:latin typeface="DejaVu Sans"/>
                <a:ea typeface="DejaVu Sans"/>
                <a:cs typeface="DejaVu Sans"/>
              </a:defRPr>
            </a:defPPr>
            <a:lvl1pPr>
              <a:defRPr sz="3600" b="1">
                <a:solidFill>
                  <a:srgbClr val="252638"/>
                </a:solidFill>
                <a:latin typeface="DejaVu Sans"/>
                <a:ea typeface="DejaVu Sans"/>
                <a:cs typeface="DejaVu Sans"/>
              </a:defRPr>
            </a:lvl1pPr>
            <a:lvl2pPr>
              <a:defRPr sz="3600" b="1">
                <a:solidFill>
                  <a:srgbClr val="252638"/>
                </a:solidFill>
                <a:latin typeface="DejaVu Sans"/>
                <a:ea typeface="DejaVu Sans"/>
                <a:cs typeface="DejaVu Sans"/>
              </a:defRPr>
            </a:lvl2pPr>
            <a:lvl3pPr>
              <a:defRPr sz="3600" b="1">
                <a:solidFill>
                  <a:srgbClr val="252638"/>
                </a:solidFill>
                <a:latin typeface="DejaVu Sans"/>
                <a:ea typeface="DejaVu Sans"/>
                <a:cs typeface="DejaVu Sans"/>
              </a:defRPr>
            </a:lvl3pPr>
            <a:lvl4pPr>
              <a:defRPr sz="3600" b="1">
                <a:solidFill>
                  <a:srgbClr val="252638"/>
                </a:solidFill>
                <a:latin typeface="DejaVu Sans"/>
                <a:ea typeface="DejaVu Sans"/>
                <a:cs typeface="DejaVu Sans"/>
              </a:defRPr>
            </a:lvl4pPr>
            <a:lvl5pPr>
              <a:defRPr sz="3600" b="1">
                <a:solidFill>
                  <a:srgbClr val="252638"/>
                </a:solidFill>
                <a:latin typeface="DejaVu Sans"/>
                <a:ea typeface="DejaVu Sans"/>
                <a:cs typeface="DejaVu Sans"/>
              </a:defRPr>
            </a:lvl5pPr>
            <a:lvl6pPr>
              <a:defRPr sz="3600" b="1">
                <a:solidFill>
                  <a:srgbClr val="252638"/>
                </a:solidFill>
                <a:latin typeface="DejaVu Sans"/>
                <a:ea typeface="DejaVu Sans"/>
                <a:cs typeface="DejaVu Sans"/>
              </a:defRPr>
            </a:lvl6pPr>
            <a:lvl7pPr>
              <a:defRPr sz="3600" b="1">
                <a:solidFill>
                  <a:srgbClr val="252638"/>
                </a:solidFill>
                <a:latin typeface="DejaVu Sans"/>
                <a:ea typeface="DejaVu Sans"/>
                <a:cs typeface="DejaVu Sans"/>
              </a:defRPr>
            </a:lvl7pPr>
            <a:lvl8pPr>
              <a:defRPr sz="3600" b="1">
                <a:solidFill>
                  <a:srgbClr val="252638"/>
                </a:solidFill>
                <a:latin typeface="DejaVu Sans"/>
                <a:ea typeface="DejaVu Sans"/>
                <a:cs typeface="DejaVu Sans"/>
              </a:defRPr>
            </a:lvl8pPr>
            <a:lvl9pPr>
              <a:defRPr sz="3600" b="1">
                <a:solidFill>
                  <a:srgbClr val="252638"/>
                </a:solidFill>
                <a:latin typeface="DejaVu Sans"/>
                <a:ea typeface="DejaVu Sans"/>
                <a:cs typeface="DejaVu Sans"/>
              </a:defRPr>
            </a:lvl9pPr>
          </a:lstStyle>
          <a:p xmlns:a="http://schemas.openxmlformats.org/drawingml/2006/main">
            <a:pPr>
              <a:defRPr sz="3600" b="1">
                <a:solidFill>
                  <a:srgbClr val="252638"/>
                </a:solidFill>
                <a:latin typeface="DejaVu Sans"/>
                <a:ea typeface="DejaVu Sans"/>
                <a:cs typeface="DejaVu Sans"/>
              </a:defRPr>
            </a:pPr>
            <a:r>
              <a:rPr sz="3600" b="1">
                <a:solidFill>
                  <a:srgbClr val="252638"/>
                </a:solidFill>
                <a:latin typeface="DejaVu Sans"/>
                <a:ea typeface="DejaVu Sans"/>
                <a:cs typeface="DejaVu Sans"/>
              </a:rPr>
              <a:t>Онлайн курсы</a:t>
            </a:r>
          </a:p>
        </p:txBody>
      </p:sp>
      <p:sp>
        <p:nvSpPr>
          <p:cNvPr id="3" name="page">
            <a:extLst xmlns:a="http://schemas.openxmlformats.org/drawingml/2006/main">
              <a:ext uri="{FF2B5EF4-FFF2-40B4-BE49-F238E27FC236}">
                <a16:creationId xmlns:a16="http://schemas.microsoft.com/office/drawing/2014/main" id="{6130D52B-F56E-4FCE-ADBE-82D974ECFFB2}"/>
              </a:ext>
            </a:extLst>
          </p:cNvPr>
          <p:cNvSpPr>
            <a:spLocks xmlns:a="http://schemas.openxmlformats.org/drawingml/2006/main" noGrp="1"/>
          </p:cNvSpPr>
          <p:nvPr/>
        </p:nvSpPr>
        <p:spPr>
          <a:xfrm xmlns:a="http://schemas.openxmlformats.org/drawingml/2006/main">
            <a:off x="11049000" y="6286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858393"/>
                </a:solidFill>
                <a:latin typeface="DejaVu Sans"/>
                <a:ea typeface="DejaVu Sans"/>
                <a:cs typeface="DejaVu Sans"/>
              </a:defRPr>
            </a:defPPr>
            <a:lvl1pPr>
              <a:defRPr sz="1200" b="0">
                <a:solidFill>
                  <a:srgbClr val="858393"/>
                </a:solidFill>
                <a:latin typeface="DejaVu Sans"/>
                <a:ea typeface="DejaVu Sans"/>
                <a:cs typeface="DejaVu Sans"/>
              </a:defRPr>
            </a:lvl1pPr>
            <a:lvl2pPr>
              <a:defRPr sz="1200" b="0">
                <a:solidFill>
                  <a:srgbClr val="858393"/>
                </a:solidFill>
                <a:latin typeface="DejaVu Sans"/>
                <a:ea typeface="DejaVu Sans"/>
                <a:cs typeface="DejaVu Sans"/>
              </a:defRPr>
            </a:lvl2pPr>
            <a:lvl3pPr>
              <a:defRPr sz="1200" b="0">
                <a:solidFill>
                  <a:srgbClr val="858393"/>
                </a:solidFill>
                <a:latin typeface="DejaVu Sans"/>
                <a:ea typeface="DejaVu Sans"/>
                <a:cs typeface="DejaVu Sans"/>
              </a:defRPr>
            </a:lvl3pPr>
            <a:lvl4pPr>
              <a:defRPr sz="1200" b="0">
                <a:solidFill>
                  <a:srgbClr val="858393"/>
                </a:solidFill>
                <a:latin typeface="DejaVu Sans"/>
                <a:ea typeface="DejaVu Sans"/>
                <a:cs typeface="DejaVu Sans"/>
              </a:defRPr>
            </a:lvl4pPr>
            <a:lvl5pPr>
              <a:defRPr sz="1200" b="0">
                <a:solidFill>
                  <a:srgbClr val="858393"/>
                </a:solidFill>
                <a:latin typeface="DejaVu Sans"/>
                <a:ea typeface="DejaVu Sans"/>
                <a:cs typeface="DejaVu Sans"/>
              </a:defRPr>
            </a:lvl5pPr>
            <a:lvl6pPr>
              <a:defRPr sz="1200" b="0">
                <a:solidFill>
                  <a:srgbClr val="858393"/>
                </a:solidFill>
                <a:latin typeface="DejaVu Sans"/>
                <a:ea typeface="DejaVu Sans"/>
                <a:cs typeface="DejaVu Sans"/>
              </a:defRPr>
            </a:lvl6pPr>
            <a:lvl7pPr>
              <a:defRPr sz="1200" b="0">
                <a:solidFill>
                  <a:srgbClr val="858393"/>
                </a:solidFill>
                <a:latin typeface="DejaVu Sans"/>
                <a:ea typeface="DejaVu Sans"/>
                <a:cs typeface="DejaVu Sans"/>
              </a:defRPr>
            </a:lvl7pPr>
            <a:lvl8pPr>
              <a:defRPr sz="1200" b="0">
                <a:solidFill>
                  <a:srgbClr val="858393"/>
                </a:solidFill>
                <a:latin typeface="DejaVu Sans"/>
                <a:ea typeface="DejaVu Sans"/>
                <a:cs typeface="DejaVu Sans"/>
              </a:defRPr>
            </a:lvl8pPr>
            <a:lvl9pPr>
              <a:defRPr sz="1200" b="0">
                <a:solidFill>
                  <a:srgbClr val="858393"/>
                </a:solidFill>
                <a:latin typeface="DejaVu Sans"/>
                <a:ea typeface="DejaVu Sans"/>
                <a:cs typeface="DejaVu Sans"/>
              </a:defRPr>
            </a:lvl9pPr>
          </a:lstStyle>
          <a:p xmlns:a="http://schemas.openxmlformats.org/drawingml/2006/main">
            <a:pPr>
              <a:defRPr sz="1200" b="0">
                <a:solidFill>
                  <a:srgbClr val="858393"/>
                </a:solidFill>
                <a:latin typeface="DejaVu Sans"/>
                <a:ea typeface="DejaVu Sans"/>
                <a:cs typeface="DejaVu Sans"/>
              </a:defRPr>
            </a:pPr>
            <a:r>
              <a:rPr sz="1200" b="0">
                <a:solidFill>
                  <a:srgbClr val="858393"/>
                </a:solidFill>
                <a:latin typeface="DejaVu Sans"/>
                <a:ea typeface="DejaVu Sans"/>
                <a:cs typeface="DejaVu Sans"/>
              </a:rPr>
              <a:t>01</a:t>
            </a:r>
          </a:p>
        </p:txBody>
      </p:sp>
      <p:sp>
        <p:nvSpPr>
          <p:cNvPr id="4" name="idea">
            <a:extLst xmlns:a="http://schemas.openxmlformats.org/drawingml/2006/main">
              <a:ext uri="{FF2B5EF4-FFF2-40B4-BE49-F238E27FC236}">
                <a16:creationId xmlns:a16="http://schemas.microsoft.com/office/drawing/2014/main" id="{86F4A44D-D4D1-4EEB-BA47-4F3474ECF1E3}"/>
              </a:ext>
            </a:extLst>
          </p:cNvPr>
          <p:cNvSpPr>
            <a:spLocks xmlns:a="http://schemas.openxmlformats.org/drawingml/2006/main" noGrp="1"/>
          </p:cNvSpPr>
          <p:nvPr/>
        </p:nvSpPr>
        <p:spPr>
          <a:xfrm xmlns:a="http://schemas.openxmlformats.org/drawingml/2006/main">
            <a:off x="609600" y="2286000"/>
            <a:ext cx="10287000" cy="1524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000" b="0">
                <a:solidFill>
                  <a:srgbClr val="252638"/>
                </a:solidFill>
                <a:latin typeface="DejaVu Sans"/>
                <a:ea typeface="DejaVu Sans"/>
                <a:cs typeface="DejaVu Sans"/>
              </a:defRPr>
            </a:defPPr>
            <a:lvl1pPr>
              <a:defRPr sz="3000" b="0">
                <a:solidFill>
                  <a:srgbClr val="252638"/>
                </a:solidFill>
                <a:latin typeface="DejaVu Sans"/>
                <a:ea typeface="DejaVu Sans"/>
                <a:cs typeface="DejaVu Sans"/>
              </a:defRPr>
            </a:lvl1pPr>
            <a:lvl2pPr>
              <a:defRPr sz="3000" b="0">
                <a:solidFill>
                  <a:srgbClr val="252638"/>
                </a:solidFill>
                <a:latin typeface="DejaVu Sans"/>
                <a:ea typeface="DejaVu Sans"/>
                <a:cs typeface="DejaVu Sans"/>
              </a:defRPr>
            </a:lvl2pPr>
            <a:lvl3pPr>
              <a:defRPr sz="3000" b="0">
                <a:solidFill>
                  <a:srgbClr val="252638"/>
                </a:solidFill>
                <a:latin typeface="DejaVu Sans"/>
                <a:ea typeface="DejaVu Sans"/>
                <a:cs typeface="DejaVu Sans"/>
              </a:defRPr>
            </a:lvl3pPr>
            <a:lvl4pPr>
              <a:defRPr sz="3000" b="0">
                <a:solidFill>
                  <a:srgbClr val="252638"/>
                </a:solidFill>
                <a:latin typeface="DejaVu Sans"/>
                <a:ea typeface="DejaVu Sans"/>
                <a:cs typeface="DejaVu Sans"/>
              </a:defRPr>
            </a:lvl4pPr>
            <a:lvl5pPr>
              <a:defRPr sz="3000" b="0">
                <a:solidFill>
                  <a:srgbClr val="252638"/>
                </a:solidFill>
                <a:latin typeface="DejaVu Sans"/>
                <a:ea typeface="DejaVu Sans"/>
                <a:cs typeface="DejaVu Sans"/>
              </a:defRPr>
            </a:lvl5pPr>
            <a:lvl6pPr>
              <a:defRPr sz="3000" b="0">
                <a:solidFill>
                  <a:srgbClr val="252638"/>
                </a:solidFill>
                <a:latin typeface="DejaVu Sans"/>
                <a:ea typeface="DejaVu Sans"/>
                <a:cs typeface="DejaVu Sans"/>
              </a:defRPr>
            </a:lvl6pPr>
            <a:lvl7pPr>
              <a:defRPr sz="3000" b="0">
                <a:solidFill>
                  <a:srgbClr val="252638"/>
                </a:solidFill>
                <a:latin typeface="DejaVu Sans"/>
                <a:ea typeface="DejaVu Sans"/>
                <a:cs typeface="DejaVu Sans"/>
              </a:defRPr>
            </a:lvl7pPr>
            <a:lvl8pPr>
              <a:defRPr sz="3000" b="0">
                <a:solidFill>
                  <a:srgbClr val="252638"/>
                </a:solidFill>
                <a:latin typeface="DejaVu Sans"/>
                <a:ea typeface="DejaVu Sans"/>
                <a:cs typeface="DejaVu Sans"/>
              </a:defRPr>
            </a:lvl8pPr>
            <a:lvl9pPr>
              <a:defRPr sz="3000" b="0">
                <a:solidFill>
                  <a:srgbClr val="252638"/>
                </a:solidFill>
                <a:latin typeface="DejaVu Sans"/>
                <a:ea typeface="DejaVu Sans"/>
                <a:cs typeface="DejaVu Sans"/>
              </a:defRPr>
            </a:lvl9pPr>
          </a:lstStyle>
          <a:p xmlns:a="http://schemas.openxmlformats.org/drawingml/2006/main">
            <a:pPr>
              <a:defRPr sz="3000" b="0">
                <a:solidFill>
                  <a:srgbClr val="252638"/>
                </a:solidFill>
                <a:latin typeface="DejaVu Sans"/>
                <a:ea typeface="DejaVu Sans"/>
                <a:cs typeface="DejaVu Sans"/>
              </a:defRPr>
            </a:pPr>
            <a:r>
              <a:rPr sz="3000" b="0">
                <a:solidFill>
                  <a:srgbClr val="252638"/>
                </a:solidFill>
                <a:latin typeface="DejaVu Sans"/>
                <a:ea typeface="DejaVu Sans"/>
                <a:cs typeface="DejaVu Sans"/>
              </a:rPr>
              <a:t>Преподаватели публикуют курсы.</a:t>
            </a:r>
          </a:p>
          <a:p xmlns:a="http://schemas.openxmlformats.org/drawingml/2006/main">
            <a:pPr>
              <a:defRPr sz="3000" b="0">
                <a:solidFill>
                  <a:srgbClr val="252638"/>
                </a:solidFill>
                <a:latin typeface="DejaVu Sans"/>
                <a:ea typeface="DejaVu Sans"/>
                <a:cs typeface="DejaVu Sans"/>
              </a:defRPr>
            </a:pPr>
            <a:r>
              <a:rPr sz="3000" b="0">
                <a:solidFill>
                  <a:srgbClr val="252638"/>
                </a:solidFill>
                <a:latin typeface="DejaVu Sans"/>
                <a:ea typeface="DejaVu Sans"/>
                <a:cs typeface="DejaVu Sans"/>
              </a:rPr>
              <a:t>Студенты учатся и сохраняют прогресс.</a:t>
            </a:r>
          </a:p>
        </p:txBody>
      </p:sp>
      <p:sp>
        <p:nvSpPr>
          <p:cNvPr id="5" name="stage">
            <a:extLst xmlns:a="http://schemas.openxmlformats.org/drawingml/2006/main">
              <a:ext uri="{FF2B5EF4-FFF2-40B4-BE49-F238E27FC236}">
                <a16:creationId xmlns:a16="http://schemas.microsoft.com/office/drawing/2014/main" id="{7FD88028-B230-4FBB-AAD7-3219EFAC3F4D}"/>
              </a:ext>
            </a:extLst>
          </p:cNvPr>
          <p:cNvSpPr>
            <a:spLocks xmlns:a="http://schemas.openxmlformats.org/drawingml/2006/main" noGrp="1"/>
          </p:cNvSpPr>
          <p:nvPr/>
        </p:nvSpPr>
        <p:spPr>
          <a:xfrm xmlns:a="http://schemas.openxmlformats.org/drawingml/2006/main">
            <a:off x="609600" y="4810125"/>
            <a:ext cx="9525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800" b="0">
                <a:solidFill>
                  <a:srgbClr val="777383"/>
                </a:solidFill>
                <a:latin typeface="DejaVu Sans"/>
                <a:ea typeface="DejaVu Sans"/>
                <a:cs typeface="DejaVu Sans"/>
              </a:defRPr>
            </a:defPPr>
            <a:lvl1pPr>
              <a:defRPr sz="1800" b="0">
                <a:solidFill>
                  <a:srgbClr val="777383"/>
                </a:solidFill>
                <a:latin typeface="DejaVu Sans"/>
                <a:ea typeface="DejaVu Sans"/>
                <a:cs typeface="DejaVu Sans"/>
              </a:defRPr>
            </a:lvl1pPr>
            <a:lvl2pPr>
              <a:defRPr sz="1800" b="0">
                <a:solidFill>
                  <a:srgbClr val="777383"/>
                </a:solidFill>
                <a:latin typeface="DejaVu Sans"/>
                <a:ea typeface="DejaVu Sans"/>
                <a:cs typeface="DejaVu Sans"/>
              </a:defRPr>
            </a:lvl2pPr>
            <a:lvl3pPr>
              <a:defRPr sz="1800" b="0">
                <a:solidFill>
                  <a:srgbClr val="777383"/>
                </a:solidFill>
                <a:latin typeface="DejaVu Sans"/>
                <a:ea typeface="DejaVu Sans"/>
                <a:cs typeface="DejaVu Sans"/>
              </a:defRPr>
            </a:lvl3pPr>
            <a:lvl4pPr>
              <a:defRPr sz="1800" b="0">
                <a:solidFill>
                  <a:srgbClr val="777383"/>
                </a:solidFill>
                <a:latin typeface="DejaVu Sans"/>
                <a:ea typeface="DejaVu Sans"/>
                <a:cs typeface="DejaVu Sans"/>
              </a:defRPr>
            </a:lvl4pPr>
            <a:lvl5pPr>
              <a:defRPr sz="1800" b="0">
                <a:solidFill>
                  <a:srgbClr val="777383"/>
                </a:solidFill>
                <a:latin typeface="DejaVu Sans"/>
                <a:ea typeface="DejaVu Sans"/>
                <a:cs typeface="DejaVu Sans"/>
              </a:defRPr>
            </a:lvl5pPr>
            <a:lvl6pPr>
              <a:defRPr sz="1800" b="0">
                <a:solidFill>
                  <a:srgbClr val="777383"/>
                </a:solidFill>
                <a:latin typeface="DejaVu Sans"/>
                <a:ea typeface="DejaVu Sans"/>
                <a:cs typeface="DejaVu Sans"/>
              </a:defRPr>
            </a:lvl6pPr>
            <a:lvl7pPr>
              <a:defRPr sz="1800" b="0">
                <a:solidFill>
                  <a:srgbClr val="777383"/>
                </a:solidFill>
                <a:latin typeface="DejaVu Sans"/>
                <a:ea typeface="DejaVu Sans"/>
                <a:cs typeface="DejaVu Sans"/>
              </a:defRPr>
            </a:lvl7pPr>
            <a:lvl8pPr>
              <a:defRPr sz="1800" b="0">
                <a:solidFill>
                  <a:srgbClr val="777383"/>
                </a:solidFill>
                <a:latin typeface="DejaVu Sans"/>
                <a:ea typeface="DejaVu Sans"/>
                <a:cs typeface="DejaVu Sans"/>
              </a:defRPr>
            </a:lvl8pPr>
            <a:lvl9pPr>
              <a:defRPr sz="1800" b="0">
                <a:solidFill>
                  <a:srgbClr val="777383"/>
                </a:solidFill>
                <a:latin typeface="DejaVu Sans"/>
                <a:ea typeface="DejaVu Sans"/>
                <a:cs typeface="DejaVu Sans"/>
              </a:defRPr>
            </a:lvl9pPr>
          </a:lstStyle>
          <a:p xmlns:a="http://schemas.openxmlformats.org/drawingml/2006/main">
            <a:pPr>
              <a:defRPr sz="1800" b="0">
                <a:solidFill>
                  <a:srgbClr val="777383"/>
                </a:solidFill>
                <a:latin typeface="DejaVu Sans"/>
                <a:ea typeface="DejaVu Sans"/>
                <a:cs typeface="DejaVu Sans"/>
              </a:defRPr>
            </a:pPr>
            <a:r>
              <a:rPr sz="1800" b="0">
                <a:solidFill>
                  <a:srgbClr val="777383"/>
                </a:solidFill>
                <a:latin typeface="DejaVu Sans"/>
                <a:ea typeface="DejaVu Sans"/>
                <a:cs typeface="DejaVu Sans"/>
              </a:rPr>
              <a:t>ТЗ 2.0 и первый HTML-прототип</a:t>
            </a:r>
          </a:p>
          <a:p xmlns:a="http://schemas.openxmlformats.org/drawingml/2006/main">
            <a:pPr>
              <a:defRPr sz="1800" b="0">
                <a:solidFill>
                  <a:srgbClr val="777383"/>
                </a:solidFill>
                <a:latin typeface="DejaVu Sans"/>
                <a:ea typeface="DejaVu Sans"/>
                <a:cs typeface="DejaVu Sans"/>
              </a:defRPr>
            </a:pPr>
            <a:r>
              <a:rPr sz="1800" b="0">
                <a:solidFill>
                  <a:srgbClr val="777383"/>
                </a:solidFill>
                <a:latin typeface="DejaVu Sans"/>
                <a:ea typeface="DejaVu Sans"/>
                <a:cs typeface="DejaVu Sans"/>
              </a:rPr>
              <a:t>Статус на 24 октября 2026 года</a:t>
            </a:r>
          </a:p>
        </p:txBody>
      </p:sp>
    </p:spTree>
    <p:extLst>
      <p:ext uri="{BB962C8B-B14F-4D97-AF65-F5344CB8AC3E}">
        <p14:creationId xmlns:p14="http://schemas.microsoft.com/office/powerpoint/2010/main" val="1258831594"/>
      </p:ext>
    </p:extLst>
  </p:cSld>
</p:sld>
</file>

<file path=ppt/slides/slide2.xml><?xml version="1.0" encoding="utf-8"?>
<p:sld xmlns:p="http://schemas.openxmlformats.org/presentationml/2006/main">
  <p:cSld>
    <p:bg>
      <p:bgPr>
        <a:solidFill xmlns:a="http://schemas.openxmlformats.org/drawingml/2006/main">
          <a:srgbClr val="FAF9FF"/>
        </a:solidFill>
      </p:bgPr>
    </p:bg>
    <p:spTree>
      <p:nvGrpSpPr>
        <p:cNvPr id="1" name=""/>
        <p:cNvGrpSpPr/>
        <p:nvPr/>
      </p:nvGrpSpPr>
      <p:grpSpPr>
        <a:xfrm xmlns:a="http://schemas.openxmlformats.org/drawingml/2006/main"/>
      </p:grpSpPr>
      <p:sp>
        <p:nvSpPr>
          <p:cNvPr id="13" name="series">
            <a:extLst xmlns:a="http://schemas.openxmlformats.org/drawingml/2006/main">
              <a:ext uri="{FF2B5EF4-FFF2-40B4-BE49-F238E27FC236}">
                <a16:creationId xmlns:a16="http://schemas.microsoft.com/office/drawing/2014/main" id="{57C187EF-CAD7-41EF-9638-A0405E78625E}"/>
              </a:ext>
            </a:extLst>
          </p:cNvPr>
          <p:cNvSpPr>
            <a:spLocks xmlns:a="http://schemas.openxmlformats.org/drawingml/2006/main" noGrp="1"/>
          </p:cNvSpPr>
          <p:nvPr/>
        </p:nvSpPr>
        <p:spPr>
          <a:xfrm xmlns:a="http://schemas.openxmlformats.org/drawingml/2006/main">
            <a:off x="609600" y="285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125" b="1">
                <a:solidFill>
                  <a:srgbClr val="6145E6"/>
                </a:solidFill>
                <a:latin typeface="DejaVu Sans"/>
                <a:ea typeface="DejaVu Sans"/>
                <a:cs typeface="DejaVu Sans"/>
              </a:defRPr>
            </a:defPPr>
            <a:lvl1pPr>
              <a:defRPr sz="1125" b="1">
                <a:solidFill>
                  <a:srgbClr val="6145E6"/>
                </a:solidFill>
                <a:latin typeface="DejaVu Sans"/>
                <a:ea typeface="DejaVu Sans"/>
                <a:cs typeface="DejaVu Sans"/>
              </a:defRPr>
            </a:lvl1pPr>
            <a:lvl2pPr>
              <a:defRPr sz="1125" b="1">
                <a:solidFill>
                  <a:srgbClr val="6145E6"/>
                </a:solidFill>
                <a:latin typeface="DejaVu Sans"/>
                <a:ea typeface="DejaVu Sans"/>
                <a:cs typeface="DejaVu Sans"/>
              </a:defRPr>
            </a:lvl2pPr>
            <a:lvl3pPr>
              <a:defRPr sz="1125" b="1">
                <a:solidFill>
                  <a:srgbClr val="6145E6"/>
                </a:solidFill>
                <a:latin typeface="DejaVu Sans"/>
                <a:ea typeface="DejaVu Sans"/>
                <a:cs typeface="DejaVu Sans"/>
              </a:defRPr>
            </a:lvl3pPr>
            <a:lvl4pPr>
              <a:defRPr sz="1125" b="1">
                <a:solidFill>
                  <a:srgbClr val="6145E6"/>
                </a:solidFill>
                <a:latin typeface="DejaVu Sans"/>
                <a:ea typeface="DejaVu Sans"/>
                <a:cs typeface="DejaVu Sans"/>
              </a:defRPr>
            </a:lvl4pPr>
            <a:lvl5pPr>
              <a:defRPr sz="1125" b="1">
                <a:solidFill>
                  <a:srgbClr val="6145E6"/>
                </a:solidFill>
                <a:latin typeface="DejaVu Sans"/>
                <a:ea typeface="DejaVu Sans"/>
                <a:cs typeface="DejaVu Sans"/>
              </a:defRPr>
            </a:lvl5pPr>
            <a:lvl6pPr>
              <a:defRPr sz="1125" b="1">
                <a:solidFill>
                  <a:srgbClr val="6145E6"/>
                </a:solidFill>
                <a:latin typeface="DejaVu Sans"/>
                <a:ea typeface="DejaVu Sans"/>
                <a:cs typeface="DejaVu Sans"/>
              </a:defRPr>
            </a:lvl6pPr>
            <a:lvl7pPr>
              <a:defRPr sz="1125" b="1">
                <a:solidFill>
                  <a:srgbClr val="6145E6"/>
                </a:solidFill>
                <a:latin typeface="DejaVu Sans"/>
                <a:ea typeface="DejaVu Sans"/>
                <a:cs typeface="DejaVu Sans"/>
              </a:defRPr>
            </a:lvl7pPr>
            <a:lvl8pPr>
              <a:defRPr sz="1125" b="1">
                <a:solidFill>
                  <a:srgbClr val="6145E6"/>
                </a:solidFill>
                <a:latin typeface="DejaVu Sans"/>
                <a:ea typeface="DejaVu Sans"/>
                <a:cs typeface="DejaVu Sans"/>
              </a:defRPr>
            </a:lvl8pPr>
            <a:lvl9pPr>
              <a:defRPr sz="1125" b="1">
                <a:solidFill>
                  <a:srgbClr val="6145E6"/>
                </a:solidFill>
                <a:latin typeface="DejaVu Sans"/>
                <a:ea typeface="DejaVu Sans"/>
                <a:cs typeface="DejaVu Sans"/>
              </a:defRPr>
            </a:lvl9pPr>
          </a:lstStyle>
          <a:p xmlns:a="http://schemas.openxmlformats.org/drawingml/2006/main">
            <a:pPr>
              <a:defRPr sz="1125" b="1">
                <a:solidFill>
                  <a:srgbClr val="6145E6"/>
                </a:solidFill>
                <a:latin typeface="DejaVu Sans"/>
                <a:ea typeface="DejaVu Sans"/>
                <a:cs typeface="DejaVu Sans"/>
              </a:defRPr>
            </a:pPr>
            <a:r>
              <a:rPr sz="1125" b="1">
                <a:solidFill>
                  <a:srgbClr val="6145E6"/>
                </a:solidFill>
                <a:latin typeface="DejaVu Sans"/>
                <a:ea typeface="DejaVu Sans"/>
                <a:cs typeface="DejaVu Sans"/>
              </a:rPr>
              <a:t>ОНЛАЙН КУРСЫ / УЧЕБНЫЙ ПРОЕКТ</a:t>
            </a:r>
          </a:p>
        </p:txBody>
      </p:sp>
      <p:sp>
        <p:nvSpPr>
          <p:cNvPr id="2" name="title">
            <a:extLst xmlns:a="http://schemas.openxmlformats.org/drawingml/2006/main">
              <a:ext uri="{FF2B5EF4-FFF2-40B4-BE49-F238E27FC236}">
                <a16:creationId xmlns:a16="http://schemas.microsoft.com/office/drawing/2014/main" id="{70BD5D04-4DBD-4425-A7EB-E3443C698179}"/>
              </a:ext>
            </a:extLst>
          </p:cNvPr>
          <p:cNvSpPr>
            <a:spLocks xmlns:a="http://schemas.openxmlformats.org/drawingml/2006/main" noGrp="1"/>
          </p:cNvSpPr>
          <p:nvPr/>
        </p:nvSpPr>
        <p:spPr>
          <a:xfrm xmlns:a="http://schemas.openxmlformats.org/drawingml/2006/main">
            <a:off x="609600" y="8953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600" b="1">
                <a:solidFill>
                  <a:srgbClr val="252638"/>
                </a:solidFill>
                <a:latin typeface="DejaVu Sans"/>
                <a:ea typeface="DejaVu Sans"/>
                <a:cs typeface="DejaVu Sans"/>
              </a:defRPr>
            </a:defPPr>
            <a:lvl1pPr>
              <a:defRPr sz="3600" b="1">
                <a:solidFill>
                  <a:srgbClr val="252638"/>
                </a:solidFill>
                <a:latin typeface="DejaVu Sans"/>
                <a:ea typeface="DejaVu Sans"/>
                <a:cs typeface="DejaVu Sans"/>
              </a:defRPr>
            </a:lvl1pPr>
            <a:lvl2pPr>
              <a:defRPr sz="3600" b="1">
                <a:solidFill>
                  <a:srgbClr val="252638"/>
                </a:solidFill>
                <a:latin typeface="DejaVu Sans"/>
                <a:ea typeface="DejaVu Sans"/>
                <a:cs typeface="DejaVu Sans"/>
              </a:defRPr>
            </a:lvl2pPr>
            <a:lvl3pPr>
              <a:defRPr sz="3600" b="1">
                <a:solidFill>
                  <a:srgbClr val="252638"/>
                </a:solidFill>
                <a:latin typeface="DejaVu Sans"/>
                <a:ea typeface="DejaVu Sans"/>
                <a:cs typeface="DejaVu Sans"/>
              </a:defRPr>
            </a:lvl3pPr>
            <a:lvl4pPr>
              <a:defRPr sz="3600" b="1">
                <a:solidFill>
                  <a:srgbClr val="252638"/>
                </a:solidFill>
                <a:latin typeface="DejaVu Sans"/>
                <a:ea typeface="DejaVu Sans"/>
                <a:cs typeface="DejaVu Sans"/>
              </a:defRPr>
            </a:lvl4pPr>
            <a:lvl5pPr>
              <a:defRPr sz="3600" b="1">
                <a:solidFill>
                  <a:srgbClr val="252638"/>
                </a:solidFill>
                <a:latin typeface="DejaVu Sans"/>
                <a:ea typeface="DejaVu Sans"/>
                <a:cs typeface="DejaVu Sans"/>
              </a:defRPr>
            </a:lvl5pPr>
            <a:lvl6pPr>
              <a:defRPr sz="3600" b="1">
                <a:solidFill>
                  <a:srgbClr val="252638"/>
                </a:solidFill>
                <a:latin typeface="DejaVu Sans"/>
                <a:ea typeface="DejaVu Sans"/>
                <a:cs typeface="DejaVu Sans"/>
              </a:defRPr>
            </a:lvl6pPr>
            <a:lvl7pPr>
              <a:defRPr sz="3600" b="1">
                <a:solidFill>
                  <a:srgbClr val="252638"/>
                </a:solidFill>
                <a:latin typeface="DejaVu Sans"/>
                <a:ea typeface="DejaVu Sans"/>
                <a:cs typeface="DejaVu Sans"/>
              </a:defRPr>
            </a:lvl7pPr>
            <a:lvl8pPr>
              <a:defRPr sz="3600" b="1">
                <a:solidFill>
                  <a:srgbClr val="252638"/>
                </a:solidFill>
                <a:latin typeface="DejaVu Sans"/>
                <a:ea typeface="DejaVu Sans"/>
                <a:cs typeface="DejaVu Sans"/>
              </a:defRPr>
            </a:lvl8pPr>
            <a:lvl9pPr>
              <a:defRPr sz="3600" b="1">
                <a:solidFill>
                  <a:srgbClr val="252638"/>
                </a:solidFill>
                <a:latin typeface="DejaVu Sans"/>
                <a:ea typeface="DejaVu Sans"/>
                <a:cs typeface="DejaVu Sans"/>
              </a:defRPr>
            </a:lvl9pPr>
          </a:lstStyle>
          <a:p xmlns:a="http://schemas.openxmlformats.org/drawingml/2006/main">
            <a:pPr>
              <a:defRPr sz="3600" b="1">
                <a:solidFill>
                  <a:srgbClr val="252638"/>
                </a:solidFill>
                <a:latin typeface="DejaVu Sans"/>
                <a:ea typeface="DejaVu Sans"/>
                <a:cs typeface="DejaVu Sans"/>
              </a:defRPr>
            </a:pPr>
            <a:r>
              <a:rPr sz="3600" b="1">
                <a:solidFill>
                  <a:srgbClr val="252638"/>
                </a:solidFill>
                <a:latin typeface="DejaVu Sans"/>
                <a:ea typeface="DejaVu Sans"/>
                <a:cs typeface="DejaVu Sans"/>
              </a:rPr>
              <a:t>Кто за что отвечает</a:t>
            </a:r>
          </a:p>
        </p:txBody>
      </p:sp>
      <p:sp>
        <p:nvSpPr>
          <p:cNvPr id="3" name="page">
            <a:extLst xmlns:a="http://schemas.openxmlformats.org/drawingml/2006/main">
              <a:ext uri="{FF2B5EF4-FFF2-40B4-BE49-F238E27FC236}">
                <a16:creationId xmlns:a16="http://schemas.microsoft.com/office/drawing/2014/main" id="{F6E4E0A0-C917-42A6-906D-36697E9A0405}"/>
              </a:ext>
            </a:extLst>
          </p:cNvPr>
          <p:cNvSpPr>
            <a:spLocks xmlns:a="http://schemas.openxmlformats.org/drawingml/2006/main" noGrp="1"/>
          </p:cNvSpPr>
          <p:nvPr/>
        </p:nvSpPr>
        <p:spPr>
          <a:xfrm xmlns:a="http://schemas.openxmlformats.org/drawingml/2006/main">
            <a:off x="11049000" y="6286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858393"/>
                </a:solidFill>
                <a:latin typeface="DejaVu Sans"/>
                <a:ea typeface="DejaVu Sans"/>
                <a:cs typeface="DejaVu Sans"/>
              </a:defRPr>
            </a:defPPr>
            <a:lvl1pPr>
              <a:defRPr sz="1200" b="0">
                <a:solidFill>
                  <a:srgbClr val="858393"/>
                </a:solidFill>
                <a:latin typeface="DejaVu Sans"/>
                <a:ea typeface="DejaVu Sans"/>
                <a:cs typeface="DejaVu Sans"/>
              </a:defRPr>
            </a:lvl1pPr>
            <a:lvl2pPr>
              <a:defRPr sz="1200" b="0">
                <a:solidFill>
                  <a:srgbClr val="858393"/>
                </a:solidFill>
                <a:latin typeface="DejaVu Sans"/>
                <a:ea typeface="DejaVu Sans"/>
                <a:cs typeface="DejaVu Sans"/>
              </a:defRPr>
            </a:lvl2pPr>
            <a:lvl3pPr>
              <a:defRPr sz="1200" b="0">
                <a:solidFill>
                  <a:srgbClr val="858393"/>
                </a:solidFill>
                <a:latin typeface="DejaVu Sans"/>
                <a:ea typeface="DejaVu Sans"/>
                <a:cs typeface="DejaVu Sans"/>
              </a:defRPr>
            </a:lvl3pPr>
            <a:lvl4pPr>
              <a:defRPr sz="1200" b="0">
                <a:solidFill>
                  <a:srgbClr val="858393"/>
                </a:solidFill>
                <a:latin typeface="DejaVu Sans"/>
                <a:ea typeface="DejaVu Sans"/>
                <a:cs typeface="DejaVu Sans"/>
              </a:defRPr>
            </a:lvl4pPr>
            <a:lvl5pPr>
              <a:defRPr sz="1200" b="0">
                <a:solidFill>
                  <a:srgbClr val="858393"/>
                </a:solidFill>
                <a:latin typeface="DejaVu Sans"/>
                <a:ea typeface="DejaVu Sans"/>
                <a:cs typeface="DejaVu Sans"/>
              </a:defRPr>
            </a:lvl5pPr>
            <a:lvl6pPr>
              <a:defRPr sz="1200" b="0">
                <a:solidFill>
                  <a:srgbClr val="858393"/>
                </a:solidFill>
                <a:latin typeface="DejaVu Sans"/>
                <a:ea typeface="DejaVu Sans"/>
                <a:cs typeface="DejaVu Sans"/>
              </a:defRPr>
            </a:lvl6pPr>
            <a:lvl7pPr>
              <a:defRPr sz="1200" b="0">
                <a:solidFill>
                  <a:srgbClr val="858393"/>
                </a:solidFill>
                <a:latin typeface="DejaVu Sans"/>
                <a:ea typeface="DejaVu Sans"/>
                <a:cs typeface="DejaVu Sans"/>
              </a:defRPr>
            </a:lvl7pPr>
            <a:lvl8pPr>
              <a:defRPr sz="1200" b="0">
                <a:solidFill>
                  <a:srgbClr val="858393"/>
                </a:solidFill>
                <a:latin typeface="DejaVu Sans"/>
                <a:ea typeface="DejaVu Sans"/>
                <a:cs typeface="DejaVu Sans"/>
              </a:defRPr>
            </a:lvl8pPr>
            <a:lvl9pPr>
              <a:defRPr sz="1200" b="0">
                <a:solidFill>
                  <a:srgbClr val="858393"/>
                </a:solidFill>
                <a:latin typeface="DejaVu Sans"/>
                <a:ea typeface="DejaVu Sans"/>
                <a:cs typeface="DejaVu Sans"/>
              </a:defRPr>
            </a:lvl9pPr>
          </a:lstStyle>
          <a:p xmlns:a="http://schemas.openxmlformats.org/drawingml/2006/main">
            <a:pPr>
              <a:defRPr sz="1200" b="0">
                <a:solidFill>
                  <a:srgbClr val="858393"/>
                </a:solidFill>
                <a:latin typeface="DejaVu Sans"/>
                <a:ea typeface="DejaVu Sans"/>
                <a:cs typeface="DejaVu Sans"/>
              </a:defRPr>
            </a:pPr>
            <a:r>
              <a:rPr sz="1200" b="0">
                <a:solidFill>
                  <a:srgbClr val="858393"/>
                </a:solidFill>
                <a:latin typeface="DejaVu Sans"/>
                <a:ea typeface="DejaVu Sans"/>
                <a:cs typeface="DejaVu Sans"/>
              </a:rPr>
              <a:t>02</a:t>
            </a:r>
          </a:p>
        </p:txBody>
      </p:sp>
      <p:sp>
        <p:nvSpPr>
          <p:cNvPr id="4" name="name0">
            <a:extLst xmlns:a="http://schemas.openxmlformats.org/drawingml/2006/main">
              <a:ext uri="{FF2B5EF4-FFF2-40B4-BE49-F238E27FC236}">
                <a16:creationId xmlns:a16="http://schemas.microsoft.com/office/drawing/2014/main" id="{A2028F08-1F18-4045-BAB6-A542997FB52E}"/>
              </a:ext>
            </a:extLst>
          </p:cNvPr>
          <p:cNvSpPr>
            <a:spLocks xmlns:a="http://schemas.openxmlformats.org/drawingml/2006/main" noGrp="1"/>
          </p:cNvSpPr>
          <p:nvPr/>
        </p:nvSpPr>
        <p:spPr>
          <a:xfrm xmlns:a="http://schemas.openxmlformats.org/drawingml/2006/main">
            <a:off x="609600" y="228600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252638"/>
                </a:solidFill>
                <a:latin typeface="DejaVu Sans"/>
                <a:ea typeface="DejaVu Sans"/>
                <a:cs typeface="DejaVu Sans"/>
              </a:defRPr>
            </a:defPPr>
            <a:lvl1pPr>
              <a:defRPr sz="2100" b="1">
                <a:solidFill>
                  <a:srgbClr val="252638"/>
                </a:solidFill>
                <a:latin typeface="DejaVu Sans"/>
                <a:ea typeface="DejaVu Sans"/>
                <a:cs typeface="DejaVu Sans"/>
              </a:defRPr>
            </a:lvl1pPr>
            <a:lvl2pPr>
              <a:defRPr sz="2100" b="1">
                <a:solidFill>
                  <a:srgbClr val="252638"/>
                </a:solidFill>
                <a:latin typeface="DejaVu Sans"/>
                <a:ea typeface="DejaVu Sans"/>
                <a:cs typeface="DejaVu Sans"/>
              </a:defRPr>
            </a:lvl2pPr>
            <a:lvl3pPr>
              <a:defRPr sz="2100" b="1">
                <a:solidFill>
                  <a:srgbClr val="252638"/>
                </a:solidFill>
                <a:latin typeface="DejaVu Sans"/>
                <a:ea typeface="DejaVu Sans"/>
                <a:cs typeface="DejaVu Sans"/>
              </a:defRPr>
            </a:lvl3pPr>
            <a:lvl4pPr>
              <a:defRPr sz="2100" b="1">
                <a:solidFill>
                  <a:srgbClr val="252638"/>
                </a:solidFill>
                <a:latin typeface="DejaVu Sans"/>
                <a:ea typeface="DejaVu Sans"/>
                <a:cs typeface="DejaVu Sans"/>
              </a:defRPr>
            </a:lvl4pPr>
            <a:lvl5pPr>
              <a:defRPr sz="2100" b="1">
                <a:solidFill>
                  <a:srgbClr val="252638"/>
                </a:solidFill>
                <a:latin typeface="DejaVu Sans"/>
                <a:ea typeface="DejaVu Sans"/>
                <a:cs typeface="DejaVu Sans"/>
              </a:defRPr>
            </a:lvl5pPr>
            <a:lvl6pPr>
              <a:defRPr sz="2100" b="1">
                <a:solidFill>
                  <a:srgbClr val="252638"/>
                </a:solidFill>
                <a:latin typeface="DejaVu Sans"/>
                <a:ea typeface="DejaVu Sans"/>
                <a:cs typeface="DejaVu Sans"/>
              </a:defRPr>
            </a:lvl6pPr>
            <a:lvl7pPr>
              <a:defRPr sz="2100" b="1">
                <a:solidFill>
                  <a:srgbClr val="252638"/>
                </a:solidFill>
                <a:latin typeface="DejaVu Sans"/>
                <a:ea typeface="DejaVu Sans"/>
                <a:cs typeface="DejaVu Sans"/>
              </a:defRPr>
            </a:lvl7pPr>
            <a:lvl8pPr>
              <a:defRPr sz="2100" b="1">
                <a:solidFill>
                  <a:srgbClr val="252638"/>
                </a:solidFill>
                <a:latin typeface="DejaVu Sans"/>
                <a:ea typeface="DejaVu Sans"/>
                <a:cs typeface="DejaVu Sans"/>
              </a:defRPr>
            </a:lvl8pPr>
            <a:lvl9pPr>
              <a:defRPr sz="2100" b="1">
                <a:solidFill>
                  <a:srgbClr val="252638"/>
                </a:solidFill>
                <a:latin typeface="DejaVu Sans"/>
                <a:ea typeface="DejaVu Sans"/>
                <a:cs typeface="DejaVu Sans"/>
              </a:defRPr>
            </a:lvl9pPr>
          </a:lstStyle>
          <a:p xmlns:a="http://schemas.openxmlformats.org/drawingml/2006/main">
            <a:pPr>
              <a:defRPr sz="2100" b="1">
                <a:solidFill>
                  <a:srgbClr val="252638"/>
                </a:solidFill>
                <a:latin typeface="DejaVu Sans"/>
                <a:ea typeface="DejaVu Sans"/>
                <a:cs typeface="DejaVu Sans"/>
              </a:defRPr>
            </a:pPr>
            <a:r>
              <a:rPr sz="2100" b="1">
                <a:solidFill>
                  <a:srgbClr val="252638"/>
                </a:solidFill>
                <a:latin typeface="DejaVu Sans"/>
                <a:ea typeface="DejaVu Sans"/>
                <a:cs typeface="DejaVu Sans"/>
              </a:rPr>
              <a:t>Константин Барановский</a:t>
            </a:r>
          </a:p>
        </p:txBody>
      </p:sp>
      <p:sp>
        <p:nvSpPr>
          <p:cNvPr id="5" name="role0">
            <a:extLst xmlns:a="http://schemas.openxmlformats.org/drawingml/2006/main">
              <a:ext uri="{FF2B5EF4-FFF2-40B4-BE49-F238E27FC236}">
                <a16:creationId xmlns:a16="http://schemas.microsoft.com/office/drawing/2014/main" id="{D6B5E00E-CB5A-46C9-AD6A-26E5920BD46E}"/>
              </a:ext>
            </a:extLst>
          </p:cNvPr>
          <p:cNvSpPr>
            <a:spLocks xmlns:a="http://schemas.openxmlformats.org/drawingml/2006/main" noGrp="1"/>
          </p:cNvSpPr>
          <p:nvPr/>
        </p:nvSpPr>
        <p:spPr>
          <a:xfrm xmlns:a="http://schemas.openxmlformats.org/drawingml/2006/main">
            <a:off x="6191250" y="228600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6145E6"/>
                </a:solidFill>
                <a:latin typeface="DejaVu Sans"/>
                <a:ea typeface="DejaVu Sans"/>
                <a:cs typeface="DejaVu Sans"/>
              </a:defRPr>
            </a:defPPr>
            <a:lvl1pPr>
              <a:defRPr sz="1950" b="1">
                <a:solidFill>
                  <a:srgbClr val="6145E6"/>
                </a:solidFill>
                <a:latin typeface="DejaVu Sans"/>
                <a:ea typeface="DejaVu Sans"/>
                <a:cs typeface="DejaVu Sans"/>
              </a:defRPr>
            </a:lvl1pPr>
            <a:lvl2pPr>
              <a:defRPr sz="1950" b="1">
                <a:solidFill>
                  <a:srgbClr val="6145E6"/>
                </a:solidFill>
                <a:latin typeface="DejaVu Sans"/>
                <a:ea typeface="DejaVu Sans"/>
                <a:cs typeface="DejaVu Sans"/>
              </a:defRPr>
            </a:lvl2pPr>
            <a:lvl3pPr>
              <a:defRPr sz="1950" b="1">
                <a:solidFill>
                  <a:srgbClr val="6145E6"/>
                </a:solidFill>
                <a:latin typeface="DejaVu Sans"/>
                <a:ea typeface="DejaVu Sans"/>
                <a:cs typeface="DejaVu Sans"/>
              </a:defRPr>
            </a:lvl3pPr>
            <a:lvl4pPr>
              <a:defRPr sz="1950" b="1">
                <a:solidFill>
                  <a:srgbClr val="6145E6"/>
                </a:solidFill>
                <a:latin typeface="DejaVu Sans"/>
                <a:ea typeface="DejaVu Sans"/>
                <a:cs typeface="DejaVu Sans"/>
              </a:defRPr>
            </a:lvl4pPr>
            <a:lvl5pPr>
              <a:defRPr sz="1950" b="1">
                <a:solidFill>
                  <a:srgbClr val="6145E6"/>
                </a:solidFill>
                <a:latin typeface="DejaVu Sans"/>
                <a:ea typeface="DejaVu Sans"/>
                <a:cs typeface="DejaVu Sans"/>
              </a:defRPr>
            </a:lvl5pPr>
            <a:lvl6pPr>
              <a:defRPr sz="1950" b="1">
                <a:solidFill>
                  <a:srgbClr val="6145E6"/>
                </a:solidFill>
                <a:latin typeface="DejaVu Sans"/>
                <a:ea typeface="DejaVu Sans"/>
                <a:cs typeface="DejaVu Sans"/>
              </a:defRPr>
            </a:lvl6pPr>
            <a:lvl7pPr>
              <a:defRPr sz="1950" b="1">
                <a:solidFill>
                  <a:srgbClr val="6145E6"/>
                </a:solidFill>
                <a:latin typeface="DejaVu Sans"/>
                <a:ea typeface="DejaVu Sans"/>
                <a:cs typeface="DejaVu Sans"/>
              </a:defRPr>
            </a:lvl7pPr>
            <a:lvl8pPr>
              <a:defRPr sz="1950" b="1">
                <a:solidFill>
                  <a:srgbClr val="6145E6"/>
                </a:solidFill>
                <a:latin typeface="DejaVu Sans"/>
                <a:ea typeface="DejaVu Sans"/>
                <a:cs typeface="DejaVu Sans"/>
              </a:defRPr>
            </a:lvl8pPr>
            <a:lvl9pPr>
              <a:defRPr sz="1950" b="1">
                <a:solidFill>
                  <a:srgbClr val="6145E6"/>
                </a:solidFill>
                <a:latin typeface="DejaVu Sans"/>
                <a:ea typeface="DejaVu Sans"/>
                <a:cs typeface="DejaVu Sans"/>
              </a:defRPr>
            </a:lvl9pPr>
          </a:lstStyle>
          <a:p xmlns:a="http://schemas.openxmlformats.org/drawingml/2006/main">
            <a:pPr>
              <a:defRPr sz="1950" b="1">
                <a:solidFill>
                  <a:srgbClr val="6145E6"/>
                </a:solidFill>
                <a:latin typeface="DejaVu Sans"/>
                <a:ea typeface="DejaVu Sans"/>
                <a:cs typeface="DejaVu Sans"/>
              </a:defRPr>
            </a:pPr>
            <a:r>
              <a:rPr sz="1950" b="1">
                <a:solidFill>
                  <a:srgbClr val="6145E6"/>
                </a:solidFill>
                <a:latin typeface="DejaVu Sans"/>
                <a:ea typeface="DejaVu Sans"/>
                <a:cs typeface="DejaVu Sans"/>
              </a:rPr>
              <a:t>Разработчик</a:t>
            </a:r>
          </a:p>
        </p:txBody>
      </p:sp>
      <p:sp>
        <p:nvSpPr>
          <p:cNvPr id="6" name="scope0">
            <a:extLst xmlns:a="http://schemas.openxmlformats.org/drawingml/2006/main">
              <a:ext uri="{FF2B5EF4-FFF2-40B4-BE49-F238E27FC236}">
                <a16:creationId xmlns:a16="http://schemas.microsoft.com/office/drawing/2014/main" id="{958B16FF-D889-4E86-9020-48DFA5DA99EE}"/>
              </a:ext>
            </a:extLst>
          </p:cNvPr>
          <p:cNvSpPr>
            <a:spLocks xmlns:a="http://schemas.openxmlformats.org/drawingml/2006/main" noGrp="1"/>
          </p:cNvSpPr>
          <p:nvPr/>
        </p:nvSpPr>
        <p:spPr>
          <a:xfrm xmlns:a="http://schemas.openxmlformats.org/drawingml/2006/main">
            <a:off x="6191250" y="268605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650" b="0">
                <a:solidFill>
                  <a:srgbClr val="777383"/>
                </a:solidFill>
                <a:latin typeface="DejaVu Sans"/>
                <a:ea typeface="DejaVu Sans"/>
                <a:cs typeface="DejaVu Sans"/>
              </a:defRPr>
            </a:defPPr>
            <a:lvl1pPr>
              <a:defRPr sz="1650" b="0">
                <a:solidFill>
                  <a:srgbClr val="777383"/>
                </a:solidFill>
                <a:latin typeface="DejaVu Sans"/>
                <a:ea typeface="DejaVu Sans"/>
                <a:cs typeface="DejaVu Sans"/>
              </a:defRPr>
            </a:lvl1pPr>
            <a:lvl2pPr>
              <a:defRPr sz="1650" b="0">
                <a:solidFill>
                  <a:srgbClr val="777383"/>
                </a:solidFill>
                <a:latin typeface="DejaVu Sans"/>
                <a:ea typeface="DejaVu Sans"/>
                <a:cs typeface="DejaVu Sans"/>
              </a:defRPr>
            </a:lvl2pPr>
            <a:lvl3pPr>
              <a:defRPr sz="1650" b="0">
                <a:solidFill>
                  <a:srgbClr val="777383"/>
                </a:solidFill>
                <a:latin typeface="DejaVu Sans"/>
                <a:ea typeface="DejaVu Sans"/>
                <a:cs typeface="DejaVu Sans"/>
              </a:defRPr>
            </a:lvl3pPr>
            <a:lvl4pPr>
              <a:defRPr sz="1650" b="0">
                <a:solidFill>
                  <a:srgbClr val="777383"/>
                </a:solidFill>
                <a:latin typeface="DejaVu Sans"/>
                <a:ea typeface="DejaVu Sans"/>
                <a:cs typeface="DejaVu Sans"/>
              </a:defRPr>
            </a:lvl4pPr>
            <a:lvl5pPr>
              <a:defRPr sz="1650" b="0">
                <a:solidFill>
                  <a:srgbClr val="777383"/>
                </a:solidFill>
                <a:latin typeface="DejaVu Sans"/>
                <a:ea typeface="DejaVu Sans"/>
                <a:cs typeface="DejaVu Sans"/>
              </a:defRPr>
            </a:lvl5pPr>
            <a:lvl6pPr>
              <a:defRPr sz="1650" b="0">
                <a:solidFill>
                  <a:srgbClr val="777383"/>
                </a:solidFill>
                <a:latin typeface="DejaVu Sans"/>
                <a:ea typeface="DejaVu Sans"/>
                <a:cs typeface="DejaVu Sans"/>
              </a:defRPr>
            </a:lvl6pPr>
            <a:lvl7pPr>
              <a:defRPr sz="1650" b="0">
                <a:solidFill>
                  <a:srgbClr val="777383"/>
                </a:solidFill>
                <a:latin typeface="DejaVu Sans"/>
                <a:ea typeface="DejaVu Sans"/>
                <a:cs typeface="DejaVu Sans"/>
              </a:defRPr>
            </a:lvl7pPr>
            <a:lvl8pPr>
              <a:defRPr sz="1650" b="0">
                <a:solidFill>
                  <a:srgbClr val="777383"/>
                </a:solidFill>
                <a:latin typeface="DejaVu Sans"/>
                <a:ea typeface="DejaVu Sans"/>
                <a:cs typeface="DejaVu Sans"/>
              </a:defRPr>
            </a:lvl8pPr>
            <a:lvl9pPr>
              <a:defRPr sz="1650" b="0">
                <a:solidFill>
                  <a:srgbClr val="777383"/>
                </a:solidFill>
                <a:latin typeface="DejaVu Sans"/>
                <a:ea typeface="DejaVu Sans"/>
                <a:cs typeface="DejaVu Sans"/>
              </a:defRPr>
            </a:lvl9pPr>
          </a:lstStyle>
          <a:p xmlns:a="http://schemas.openxmlformats.org/drawingml/2006/main">
            <a:pPr>
              <a:defRPr sz="1650" b="0">
                <a:solidFill>
                  <a:srgbClr val="777383"/>
                </a:solidFill>
                <a:latin typeface="DejaVu Sans"/>
                <a:ea typeface="DejaVu Sans"/>
                <a:cs typeface="DejaVu Sans"/>
              </a:defRPr>
            </a:pPr>
            <a:r>
              <a:rPr sz="1650" b="0">
                <a:solidFill>
                  <a:srgbClr val="777383"/>
                </a:solidFill>
                <a:latin typeface="DejaVu Sans"/>
                <a:ea typeface="DejaVu Sans"/>
                <a:cs typeface="DejaVu Sans"/>
              </a:rPr>
              <a:t>Интерфейс, API, база данных</a:t>
            </a:r>
          </a:p>
        </p:txBody>
      </p:sp>
      <p:sp>
        <p:nvSpPr>
          <p:cNvPr id="7" name="name1">
            <a:extLst xmlns:a="http://schemas.openxmlformats.org/drawingml/2006/main">
              <a:ext uri="{FF2B5EF4-FFF2-40B4-BE49-F238E27FC236}">
                <a16:creationId xmlns:a16="http://schemas.microsoft.com/office/drawing/2014/main" id="{DBB6F19C-C6F1-404F-BDC0-581336513DE6}"/>
              </a:ext>
            </a:extLst>
          </p:cNvPr>
          <p:cNvSpPr>
            <a:spLocks xmlns:a="http://schemas.openxmlformats.org/drawingml/2006/main" noGrp="1"/>
          </p:cNvSpPr>
          <p:nvPr/>
        </p:nvSpPr>
        <p:spPr>
          <a:xfrm xmlns:a="http://schemas.openxmlformats.org/drawingml/2006/main">
            <a:off x="609600" y="34766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252638"/>
                </a:solidFill>
                <a:latin typeface="DejaVu Sans"/>
                <a:ea typeface="DejaVu Sans"/>
                <a:cs typeface="DejaVu Sans"/>
              </a:defRPr>
            </a:defPPr>
            <a:lvl1pPr>
              <a:defRPr sz="2100" b="1">
                <a:solidFill>
                  <a:srgbClr val="252638"/>
                </a:solidFill>
                <a:latin typeface="DejaVu Sans"/>
                <a:ea typeface="DejaVu Sans"/>
                <a:cs typeface="DejaVu Sans"/>
              </a:defRPr>
            </a:lvl1pPr>
            <a:lvl2pPr>
              <a:defRPr sz="2100" b="1">
                <a:solidFill>
                  <a:srgbClr val="252638"/>
                </a:solidFill>
                <a:latin typeface="DejaVu Sans"/>
                <a:ea typeface="DejaVu Sans"/>
                <a:cs typeface="DejaVu Sans"/>
              </a:defRPr>
            </a:lvl2pPr>
            <a:lvl3pPr>
              <a:defRPr sz="2100" b="1">
                <a:solidFill>
                  <a:srgbClr val="252638"/>
                </a:solidFill>
                <a:latin typeface="DejaVu Sans"/>
                <a:ea typeface="DejaVu Sans"/>
                <a:cs typeface="DejaVu Sans"/>
              </a:defRPr>
            </a:lvl3pPr>
            <a:lvl4pPr>
              <a:defRPr sz="2100" b="1">
                <a:solidFill>
                  <a:srgbClr val="252638"/>
                </a:solidFill>
                <a:latin typeface="DejaVu Sans"/>
                <a:ea typeface="DejaVu Sans"/>
                <a:cs typeface="DejaVu Sans"/>
              </a:defRPr>
            </a:lvl4pPr>
            <a:lvl5pPr>
              <a:defRPr sz="2100" b="1">
                <a:solidFill>
                  <a:srgbClr val="252638"/>
                </a:solidFill>
                <a:latin typeface="DejaVu Sans"/>
                <a:ea typeface="DejaVu Sans"/>
                <a:cs typeface="DejaVu Sans"/>
              </a:defRPr>
            </a:lvl5pPr>
            <a:lvl6pPr>
              <a:defRPr sz="2100" b="1">
                <a:solidFill>
                  <a:srgbClr val="252638"/>
                </a:solidFill>
                <a:latin typeface="DejaVu Sans"/>
                <a:ea typeface="DejaVu Sans"/>
                <a:cs typeface="DejaVu Sans"/>
              </a:defRPr>
            </a:lvl6pPr>
            <a:lvl7pPr>
              <a:defRPr sz="2100" b="1">
                <a:solidFill>
                  <a:srgbClr val="252638"/>
                </a:solidFill>
                <a:latin typeface="DejaVu Sans"/>
                <a:ea typeface="DejaVu Sans"/>
                <a:cs typeface="DejaVu Sans"/>
              </a:defRPr>
            </a:lvl7pPr>
            <a:lvl8pPr>
              <a:defRPr sz="2100" b="1">
                <a:solidFill>
                  <a:srgbClr val="252638"/>
                </a:solidFill>
                <a:latin typeface="DejaVu Sans"/>
                <a:ea typeface="DejaVu Sans"/>
                <a:cs typeface="DejaVu Sans"/>
              </a:defRPr>
            </a:lvl8pPr>
            <a:lvl9pPr>
              <a:defRPr sz="2100" b="1">
                <a:solidFill>
                  <a:srgbClr val="252638"/>
                </a:solidFill>
                <a:latin typeface="DejaVu Sans"/>
                <a:ea typeface="DejaVu Sans"/>
                <a:cs typeface="DejaVu Sans"/>
              </a:defRPr>
            </a:lvl9pPr>
          </a:lstStyle>
          <a:p xmlns:a="http://schemas.openxmlformats.org/drawingml/2006/main">
            <a:pPr>
              <a:defRPr sz="2100" b="1">
                <a:solidFill>
                  <a:srgbClr val="252638"/>
                </a:solidFill>
                <a:latin typeface="DejaVu Sans"/>
                <a:ea typeface="DejaVu Sans"/>
                <a:cs typeface="DejaVu Sans"/>
              </a:defRPr>
            </a:pPr>
            <a:r>
              <a:rPr sz="2100" b="1">
                <a:solidFill>
                  <a:srgbClr val="252638"/>
                </a:solidFill>
                <a:latin typeface="DejaVu Sans"/>
                <a:ea typeface="DejaVu Sans"/>
                <a:cs typeface="DejaVu Sans"/>
              </a:rPr>
              <a:t>Станислав Борцевич</a:t>
            </a:r>
          </a:p>
        </p:txBody>
      </p:sp>
      <p:sp>
        <p:nvSpPr>
          <p:cNvPr id="8" name="role1">
            <a:extLst xmlns:a="http://schemas.openxmlformats.org/drawingml/2006/main">
              <a:ext uri="{FF2B5EF4-FFF2-40B4-BE49-F238E27FC236}">
                <a16:creationId xmlns:a16="http://schemas.microsoft.com/office/drawing/2014/main" id="{5310060E-A33F-45EE-858D-CCC1BCE226C0}"/>
              </a:ext>
            </a:extLst>
          </p:cNvPr>
          <p:cNvSpPr>
            <a:spLocks xmlns:a="http://schemas.openxmlformats.org/drawingml/2006/main" noGrp="1"/>
          </p:cNvSpPr>
          <p:nvPr/>
        </p:nvSpPr>
        <p:spPr>
          <a:xfrm xmlns:a="http://schemas.openxmlformats.org/drawingml/2006/main">
            <a:off x="6191250" y="3476625"/>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6145E6"/>
                </a:solidFill>
                <a:latin typeface="DejaVu Sans"/>
                <a:ea typeface="DejaVu Sans"/>
                <a:cs typeface="DejaVu Sans"/>
              </a:defRPr>
            </a:defPPr>
            <a:lvl1pPr>
              <a:defRPr sz="1950" b="1">
                <a:solidFill>
                  <a:srgbClr val="6145E6"/>
                </a:solidFill>
                <a:latin typeface="DejaVu Sans"/>
                <a:ea typeface="DejaVu Sans"/>
                <a:cs typeface="DejaVu Sans"/>
              </a:defRPr>
            </a:lvl1pPr>
            <a:lvl2pPr>
              <a:defRPr sz="1950" b="1">
                <a:solidFill>
                  <a:srgbClr val="6145E6"/>
                </a:solidFill>
                <a:latin typeface="DejaVu Sans"/>
                <a:ea typeface="DejaVu Sans"/>
                <a:cs typeface="DejaVu Sans"/>
              </a:defRPr>
            </a:lvl2pPr>
            <a:lvl3pPr>
              <a:defRPr sz="1950" b="1">
                <a:solidFill>
                  <a:srgbClr val="6145E6"/>
                </a:solidFill>
                <a:latin typeface="DejaVu Sans"/>
                <a:ea typeface="DejaVu Sans"/>
                <a:cs typeface="DejaVu Sans"/>
              </a:defRPr>
            </a:lvl3pPr>
            <a:lvl4pPr>
              <a:defRPr sz="1950" b="1">
                <a:solidFill>
                  <a:srgbClr val="6145E6"/>
                </a:solidFill>
                <a:latin typeface="DejaVu Sans"/>
                <a:ea typeface="DejaVu Sans"/>
                <a:cs typeface="DejaVu Sans"/>
              </a:defRPr>
            </a:lvl4pPr>
            <a:lvl5pPr>
              <a:defRPr sz="1950" b="1">
                <a:solidFill>
                  <a:srgbClr val="6145E6"/>
                </a:solidFill>
                <a:latin typeface="DejaVu Sans"/>
                <a:ea typeface="DejaVu Sans"/>
                <a:cs typeface="DejaVu Sans"/>
              </a:defRPr>
            </a:lvl5pPr>
            <a:lvl6pPr>
              <a:defRPr sz="1950" b="1">
                <a:solidFill>
                  <a:srgbClr val="6145E6"/>
                </a:solidFill>
                <a:latin typeface="DejaVu Sans"/>
                <a:ea typeface="DejaVu Sans"/>
                <a:cs typeface="DejaVu Sans"/>
              </a:defRPr>
            </a:lvl6pPr>
            <a:lvl7pPr>
              <a:defRPr sz="1950" b="1">
                <a:solidFill>
                  <a:srgbClr val="6145E6"/>
                </a:solidFill>
                <a:latin typeface="DejaVu Sans"/>
                <a:ea typeface="DejaVu Sans"/>
                <a:cs typeface="DejaVu Sans"/>
              </a:defRPr>
            </a:lvl7pPr>
            <a:lvl8pPr>
              <a:defRPr sz="1950" b="1">
                <a:solidFill>
                  <a:srgbClr val="6145E6"/>
                </a:solidFill>
                <a:latin typeface="DejaVu Sans"/>
                <a:ea typeface="DejaVu Sans"/>
                <a:cs typeface="DejaVu Sans"/>
              </a:defRPr>
            </a:lvl8pPr>
            <a:lvl9pPr>
              <a:defRPr sz="1950" b="1">
                <a:solidFill>
                  <a:srgbClr val="6145E6"/>
                </a:solidFill>
                <a:latin typeface="DejaVu Sans"/>
                <a:ea typeface="DejaVu Sans"/>
                <a:cs typeface="DejaVu Sans"/>
              </a:defRPr>
            </a:lvl9pPr>
          </a:lstStyle>
          <a:p xmlns:a="http://schemas.openxmlformats.org/drawingml/2006/main">
            <a:pPr>
              <a:defRPr sz="1950" b="1">
                <a:solidFill>
                  <a:srgbClr val="6145E6"/>
                </a:solidFill>
                <a:latin typeface="DejaVu Sans"/>
                <a:ea typeface="DejaVu Sans"/>
                <a:cs typeface="DejaVu Sans"/>
              </a:defRPr>
            </a:pPr>
            <a:r>
              <a:rPr sz="1950" b="1">
                <a:solidFill>
                  <a:srgbClr val="6145E6"/>
                </a:solidFill>
                <a:latin typeface="DejaVu Sans"/>
                <a:ea typeface="DejaVu Sans"/>
                <a:cs typeface="DejaVu Sans"/>
              </a:rPr>
              <a:t>Тестировщик</a:t>
            </a:r>
          </a:p>
        </p:txBody>
      </p:sp>
      <p:sp>
        <p:nvSpPr>
          <p:cNvPr id="9" name="scope1">
            <a:extLst xmlns:a="http://schemas.openxmlformats.org/drawingml/2006/main">
              <a:ext uri="{FF2B5EF4-FFF2-40B4-BE49-F238E27FC236}">
                <a16:creationId xmlns:a16="http://schemas.microsoft.com/office/drawing/2014/main" id="{6C052E9A-B45C-46B2-84AA-A67CFA448C86}"/>
              </a:ext>
            </a:extLst>
          </p:cNvPr>
          <p:cNvSpPr>
            <a:spLocks xmlns:a="http://schemas.openxmlformats.org/drawingml/2006/main" noGrp="1"/>
          </p:cNvSpPr>
          <p:nvPr/>
        </p:nvSpPr>
        <p:spPr>
          <a:xfrm xmlns:a="http://schemas.openxmlformats.org/drawingml/2006/main">
            <a:off x="6191250" y="3876675"/>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650" b="0">
                <a:solidFill>
                  <a:srgbClr val="777383"/>
                </a:solidFill>
                <a:latin typeface="DejaVu Sans"/>
                <a:ea typeface="DejaVu Sans"/>
                <a:cs typeface="DejaVu Sans"/>
              </a:defRPr>
            </a:defPPr>
            <a:lvl1pPr>
              <a:defRPr sz="1650" b="0">
                <a:solidFill>
                  <a:srgbClr val="777383"/>
                </a:solidFill>
                <a:latin typeface="DejaVu Sans"/>
                <a:ea typeface="DejaVu Sans"/>
                <a:cs typeface="DejaVu Sans"/>
              </a:defRPr>
            </a:lvl1pPr>
            <a:lvl2pPr>
              <a:defRPr sz="1650" b="0">
                <a:solidFill>
                  <a:srgbClr val="777383"/>
                </a:solidFill>
                <a:latin typeface="DejaVu Sans"/>
                <a:ea typeface="DejaVu Sans"/>
                <a:cs typeface="DejaVu Sans"/>
              </a:defRPr>
            </a:lvl2pPr>
            <a:lvl3pPr>
              <a:defRPr sz="1650" b="0">
                <a:solidFill>
                  <a:srgbClr val="777383"/>
                </a:solidFill>
                <a:latin typeface="DejaVu Sans"/>
                <a:ea typeface="DejaVu Sans"/>
                <a:cs typeface="DejaVu Sans"/>
              </a:defRPr>
            </a:lvl3pPr>
            <a:lvl4pPr>
              <a:defRPr sz="1650" b="0">
                <a:solidFill>
                  <a:srgbClr val="777383"/>
                </a:solidFill>
                <a:latin typeface="DejaVu Sans"/>
                <a:ea typeface="DejaVu Sans"/>
                <a:cs typeface="DejaVu Sans"/>
              </a:defRPr>
            </a:lvl4pPr>
            <a:lvl5pPr>
              <a:defRPr sz="1650" b="0">
                <a:solidFill>
                  <a:srgbClr val="777383"/>
                </a:solidFill>
                <a:latin typeface="DejaVu Sans"/>
                <a:ea typeface="DejaVu Sans"/>
                <a:cs typeface="DejaVu Sans"/>
              </a:defRPr>
            </a:lvl5pPr>
            <a:lvl6pPr>
              <a:defRPr sz="1650" b="0">
                <a:solidFill>
                  <a:srgbClr val="777383"/>
                </a:solidFill>
                <a:latin typeface="DejaVu Sans"/>
                <a:ea typeface="DejaVu Sans"/>
                <a:cs typeface="DejaVu Sans"/>
              </a:defRPr>
            </a:lvl6pPr>
            <a:lvl7pPr>
              <a:defRPr sz="1650" b="0">
                <a:solidFill>
                  <a:srgbClr val="777383"/>
                </a:solidFill>
                <a:latin typeface="DejaVu Sans"/>
                <a:ea typeface="DejaVu Sans"/>
                <a:cs typeface="DejaVu Sans"/>
              </a:defRPr>
            </a:lvl7pPr>
            <a:lvl8pPr>
              <a:defRPr sz="1650" b="0">
                <a:solidFill>
                  <a:srgbClr val="777383"/>
                </a:solidFill>
                <a:latin typeface="DejaVu Sans"/>
                <a:ea typeface="DejaVu Sans"/>
                <a:cs typeface="DejaVu Sans"/>
              </a:defRPr>
            </a:lvl8pPr>
            <a:lvl9pPr>
              <a:defRPr sz="1650" b="0">
                <a:solidFill>
                  <a:srgbClr val="777383"/>
                </a:solidFill>
                <a:latin typeface="DejaVu Sans"/>
                <a:ea typeface="DejaVu Sans"/>
                <a:cs typeface="DejaVu Sans"/>
              </a:defRPr>
            </a:lvl9pPr>
          </a:lstStyle>
          <a:p xmlns:a="http://schemas.openxmlformats.org/drawingml/2006/main">
            <a:pPr>
              <a:defRPr sz="1650" b="0">
                <a:solidFill>
                  <a:srgbClr val="777383"/>
                </a:solidFill>
                <a:latin typeface="DejaVu Sans"/>
                <a:ea typeface="DejaVu Sans"/>
                <a:cs typeface="DejaVu Sans"/>
              </a:defRPr>
            </a:pPr>
            <a:r>
              <a:rPr sz="1650" b="0">
                <a:solidFill>
                  <a:srgbClr val="777383"/>
                </a:solidFill>
                <a:latin typeface="DejaVu Sans"/>
                <a:ea typeface="DejaVu Sans"/>
                <a:cs typeface="DejaVu Sans"/>
              </a:rPr>
              <a:t>Сценарии, дефекты, повторная проверка</a:t>
            </a:r>
          </a:p>
        </p:txBody>
      </p:sp>
      <p:sp>
        <p:nvSpPr>
          <p:cNvPr id="10" name="name2">
            <a:extLst xmlns:a="http://schemas.openxmlformats.org/drawingml/2006/main">
              <a:ext uri="{FF2B5EF4-FFF2-40B4-BE49-F238E27FC236}">
                <a16:creationId xmlns:a16="http://schemas.microsoft.com/office/drawing/2014/main" id="{03C59869-8682-4E09-A783-8327A6C85852}"/>
              </a:ext>
            </a:extLst>
          </p:cNvPr>
          <p:cNvSpPr>
            <a:spLocks xmlns:a="http://schemas.openxmlformats.org/drawingml/2006/main" noGrp="1"/>
          </p:cNvSpPr>
          <p:nvPr/>
        </p:nvSpPr>
        <p:spPr>
          <a:xfrm xmlns:a="http://schemas.openxmlformats.org/drawingml/2006/main">
            <a:off x="609600" y="46672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252638"/>
                </a:solidFill>
                <a:latin typeface="DejaVu Sans"/>
                <a:ea typeface="DejaVu Sans"/>
                <a:cs typeface="DejaVu Sans"/>
              </a:defRPr>
            </a:defPPr>
            <a:lvl1pPr>
              <a:defRPr sz="2100" b="1">
                <a:solidFill>
                  <a:srgbClr val="252638"/>
                </a:solidFill>
                <a:latin typeface="DejaVu Sans"/>
                <a:ea typeface="DejaVu Sans"/>
                <a:cs typeface="DejaVu Sans"/>
              </a:defRPr>
            </a:lvl1pPr>
            <a:lvl2pPr>
              <a:defRPr sz="2100" b="1">
                <a:solidFill>
                  <a:srgbClr val="252638"/>
                </a:solidFill>
                <a:latin typeface="DejaVu Sans"/>
                <a:ea typeface="DejaVu Sans"/>
                <a:cs typeface="DejaVu Sans"/>
              </a:defRPr>
            </a:lvl2pPr>
            <a:lvl3pPr>
              <a:defRPr sz="2100" b="1">
                <a:solidFill>
                  <a:srgbClr val="252638"/>
                </a:solidFill>
                <a:latin typeface="DejaVu Sans"/>
                <a:ea typeface="DejaVu Sans"/>
                <a:cs typeface="DejaVu Sans"/>
              </a:defRPr>
            </a:lvl3pPr>
            <a:lvl4pPr>
              <a:defRPr sz="2100" b="1">
                <a:solidFill>
                  <a:srgbClr val="252638"/>
                </a:solidFill>
                <a:latin typeface="DejaVu Sans"/>
                <a:ea typeface="DejaVu Sans"/>
                <a:cs typeface="DejaVu Sans"/>
              </a:defRPr>
            </a:lvl4pPr>
            <a:lvl5pPr>
              <a:defRPr sz="2100" b="1">
                <a:solidFill>
                  <a:srgbClr val="252638"/>
                </a:solidFill>
                <a:latin typeface="DejaVu Sans"/>
                <a:ea typeface="DejaVu Sans"/>
                <a:cs typeface="DejaVu Sans"/>
              </a:defRPr>
            </a:lvl5pPr>
            <a:lvl6pPr>
              <a:defRPr sz="2100" b="1">
                <a:solidFill>
                  <a:srgbClr val="252638"/>
                </a:solidFill>
                <a:latin typeface="DejaVu Sans"/>
                <a:ea typeface="DejaVu Sans"/>
                <a:cs typeface="DejaVu Sans"/>
              </a:defRPr>
            </a:lvl6pPr>
            <a:lvl7pPr>
              <a:defRPr sz="2100" b="1">
                <a:solidFill>
                  <a:srgbClr val="252638"/>
                </a:solidFill>
                <a:latin typeface="DejaVu Sans"/>
                <a:ea typeface="DejaVu Sans"/>
                <a:cs typeface="DejaVu Sans"/>
              </a:defRPr>
            </a:lvl7pPr>
            <a:lvl8pPr>
              <a:defRPr sz="2100" b="1">
                <a:solidFill>
                  <a:srgbClr val="252638"/>
                </a:solidFill>
                <a:latin typeface="DejaVu Sans"/>
                <a:ea typeface="DejaVu Sans"/>
                <a:cs typeface="DejaVu Sans"/>
              </a:defRPr>
            </a:lvl8pPr>
            <a:lvl9pPr>
              <a:defRPr sz="2100" b="1">
                <a:solidFill>
                  <a:srgbClr val="252638"/>
                </a:solidFill>
                <a:latin typeface="DejaVu Sans"/>
                <a:ea typeface="DejaVu Sans"/>
                <a:cs typeface="DejaVu Sans"/>
              </a:defRPr>
            </a:lvl9pPr>
          </a:lstStyle>
          <a:p xmlns:a="http://schemas.openxmlformats.org/drawingml/2006/main">
            <a:pPr>
              <a:defRPr sz="2100" b="1">
                <a:solidFill>
                  <a:srgbClr val="252638"/>
                </a:solidFill>
                <a:latin typeface="DejaVu Sans"/>
                <a:ea typeface="DejaVu Sans"/>
                <a:cs typeface="DejaVu Sans"/>
              </a:defRPr>
            </a:pPr>
            <a:r>
              <a:rPr sz="2100" b="1">
                <a:solidFill>
                  <a:srgbClr val="252638"/>
                </a:solidFill>
                <a:latin typeface="DejaVu Sans"/>
                <a:ea typeface="DejaVu Sans"/>
                <a:cs typeface="DejaVu Sans"/>
              </a:rPr>
              <a:t>Илья Момотюк</a:t>
            </a:r>
          </a:p>
        </p:txBody>
      </p:sp>
      <p:sp>
        <p:nvSpPr>
          <p:cNvPr id="11" name="role2">
            <a:extLst xmlns:a="http://schemas.openxmlformats.org/drawingml/2006/main">
              <a:ext uri="{FF2B5EF4-FFF2-40B4-BE49-F238E27FC236}">
                <a16:creationId xmlns:a16="http://schemas.microsoft.com/office/drawing/2014/main" id="{D129DACA-BE81-4664-A0DE-CB32F31D9B24}"/>
              </a:ext>
            </a:extLst>
          </p:cNvPr>
          <p:cNvSpPr>
            <a:spLocks xmlns:a="http://schemas.openxmlformats.org/drawingml/2006/main" noGrp="1"/>
          </p:cNvSpPr>
          <p:nvPr/>
        </p:nvSpPr>
        <p:spPr>
          <a:xfrm xmlns:a="http://schemas.openxmlformats.org/drawingml/2006/main">
            <a:off x="6191250" y="46672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1">
                <a:solidFill>
                  <a:srgbClr val="6145E6"/>
                </a:solidFill>
                <a:latin typeface="DejaVu Sans"/>
                <a:ea typeface="DejaVu Sans"/>
                <a:cs typeface="DejaVu Sans"/>
              </a:defRPr>
            </a:defPPr>
            <a:lvl1pPr>
              <a:defRPr sz="1950" b="1">
                <a:solidFill>
                  <a:srgbClr val="6145E6"/>
                </a:solidFill>
                <a:latin typeface="DejaVu Sans"/>
                <a:ea typeface="DejaVu Sans"/>
                <a:cs typeface="DejaVu Sans"/>
              </a:defRPr>
            </a:lvl1pPr>
            <a:lvl2pPr>
              <a:defRPr sz="1950" b="1">
                <a:solidFill>
                  <a:srgbClr val="6145E6"/>
                </a:solidFill>
                <a:latin typeface="DejaVu Sans"/>
                <a:ea typeface="DejaVu Sans"/>
                <a:cs typeface="DejaVu Sans"/>
              </a:defRPr>
            </a:lvl2pPr>
            <a:lvl3pPr>
              <a:defRPr sz="1950" b="1">
                <a:solidFill>
                  <a:srgbClr val="6145E6"/>
                </a:solidFill>
                <a:latin typeface="DejaVu Sans"/>
                <a:ea typeface="DejaVu Sans"/>
                <a:cs typeface="DejaVu Sans"/>
              </a:defRPr>
            </a:lvl3pPr>
            <a:lvl4pPr>
              <a:defRPr sz="1950" b="1">
                <a:solidFill>
                  <a:srgbClr val="6145E6"/>
                </a:solidFill>
                <a:latin typeface="DejaVu Sans"/>
                <a:ea typeface="DejaVu Sans"/>
                <a:cs typeface="DejaVu Sans"/>
              </a:defRPr>
            </a:lvl4pPr>
            <a:lvl5pPr>
              <a:defRPr sz="1950" b="1">
                <a:solidFill>
                  <a:srgbClr val="6145E6"/>
                </a:solidFill>
                <a:latin typeface="DejaVu Sans"/>
                <a:ea typeface="DejaVu Sans"/>
                <a:cs typeface="DejaVu Sans"/>
              </a:defRPr>
            </a:lvl5pPr>
            <a:lvl6pPr>
              <a:defRPr sz="1950" b="1">
                <a:solidFill>
                  <a:srgbClr val="6145E6"/>
                </a:solidFill>
                <a:latin typeface="DejaVu Sans"/>
                <a:ea typeface="DejaVu Sans"/>
                <a:cs typeface="DejaVu Sans"/>
              </a:defRPr>
            </a:lvl6pPr>
            <a:lvl7pPr>
              <a:defRPr sz="1950" b="1">
                <a:solidFill>
                  <a:srgbClr val="6145E6"/>
                </a:solidFill>
                <a:latin typeface="DejaVu Sans"/>
                <a:ea typeface="DejaVu Sans"/>
                <a:cs typeface="DejaVu Sans"/>
              </a:defRPr>
            </a:lvl7pPr>
            <a:lvl8pPr>
              <a:defRPr sz="1950" b="1">
                <a:solidFill>
                  <a:srgbClr val="6145E6"/>
                </a:solidFill>
                <a:latin typeface="DejaVu Sans"/>
                <a:ea typeface="DejaVu Sans"/>
                <a:cs typeface="DejaVu Sans"/>
              </a:defRPr>
            </a:lvl8pPr>
            <a:lvl9pPr>
              <a:defRPr sz="1950" b="1">
                <a:solidFill>
                  <a:srgbClr val="6145E6"/>
                </a:solidFill>
                <a:latin typeface="DejaVu Sans"/>
                <a:ea typeface="DejaVu Sans"/>
                <a:cs typeface="DejaVu Sans"/>
              </a:defRPr>
            </a:lvl9pPr>
          </a:lstStyle>
          <a:p xmlns:a="http://schemas.openxmlformats.org/drawingml/2006/main">
            <a:pPr>
              <a:defRPr sz="1950" b="1">
                <a:solidFill>
                  <a:srgbClr val="6145E6"/>
                </a:solidFill>
                <a:latin typeface="DejaVu Sans"/>
                <a:ea typeface="DejaVu Sans"/>
                <a:cs typeface="DejaVu Sans"/>
              </a:defRPr>
            </a:pPr>
            <a:r>
              <a:rPr sz="1950" b="1">
                <a:solidFill>
                  <a:srgbClr val="6145E6"/>
                </a:solidFill>
                <a:latin typeface="DejaVu Sans"/>
                <a:ea typeface="DejaVu Sans"/>
                <a:cs typeface="DejaVu Sans"/>
              </a:rPr>
              <a:t>Проджект-менеджер</a:t>
            </a:r>
          </a:p>
        </p:txBody>
      </p:sp>
      <p:sp>
        <p:nvSpPr>
          <p:cNvPr id="12" name="scope2">
            <a:extLst xmlns:a="http://schemas.openxmlformats.org/drawingml/2006/main">
              <a:ext uri="{FF2B5EF4-FFF2-40B4-BE49-F238E27FC236}">
                <a16:creationId xmlns:a16="http://schemas.microsoft.com/office/drawing/2014/main" id="{9B6BD6E9-9789-4629-9E74-AB9A8BC58643}"/>
              </a:ext>
            </a:extLst>
          </p:cNvPr>
          <p:cNvSpPr>
            <a:spLocks xmlns:a="http://schemas.openxmlformats.org/drawingml/2006/main" noGrp="1"/>
          </p:cNvSpPr>
          <p:nvPr/>
        </p:nvSpPr>
        <p:spPr>
          <a:xfrm xmlns:a="http://schemas.openxmlformats.org/drawingml/2006/main">
            <a:off x="6191250" y="5067300"/>
            <a:ext cx="5334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650" b="0">
                <a:solidFill>
                  <a:srgbClr val="777383"/>
                </a:solidFill>
                <a:latin typeface="DejaVu Sans"/>
                <a:ea typeface="DejaVu Sans"/>
                <a:cs typeface="DejaVu Sans"/>
              </a:defRPr>
            </a:defPPr>
            <a:lvl1pPr>
              <a:defRPr sz="1650" b="0">
                <a:solidFill>
                  <a:srgbClr val="777383"/>
                </a:solidFill>
                <a:latin typeface="DejaVu Sans"/>
                <a:ea typeface="DejaVu Sans"/>
                <a:cs typeface="DejaVu Sans"/>
              </a:defRPr>
            </a:lvl1pPr>
            <a:lvl2pPr>
              <a:defRPr sz="1650" b="0">
                <a:solidFill>
                  <a:srgbClr val="777383"/>
                </a:solidFill>
                <a:latin typeface="DejaVu Sans"/>
                <a:ea typeface="DejaVu Sans"/>
                <a:cs typeface="DejaVu Sans"/>
              </a:defRPr>
            </a:lvl2pPr>
            <a:lvl3pPr>
              <a:defRPr sz="1650" b="0">
                <a:solidFill>
                  <a:srgbClr val="777383"/>
                </a:solidFill>
                <a:latin typeface="DejaVu Sans"/>
                <a:ea typeface="DejaVu Sans"/>
                <a:cs typeface="DejaVu Sans"/>
              </a:defRPr>
            </a:lvl3pPr>
            <a:lvl4pPr>
              <a:defRPr sz="1650" b="0">
                <a:solidFill>
                  <a:srgbClr val="777383"/>
                </a:solidFill>
                <a:latin typeface="DejaVu Sans"/>
                <a:ea typeface="DejaVu Sans"/>
                <a:cs typeface="DejaVu Sans"/>
              </a:defRPr>
            </a:lvl4pPr>
            <a:lvl5pPr>
              <a:defRPr sz="1650" b="0">
                <a:solidFill>
                  <a:srgbClr val="777383"/>
                </a:solidFill>
                <a:latin typeface="DejaVu Sans"/>
                <a:ea typeface="DejaVu Sans"/>
                <a:cs typeface="DejaVu Sans"/>
              </a:defRPr>
            </a:lvl5pPr>
            <a:lvl6pPr>
              <a:defRPr sz="1650" b="0">
                <a:solidFill>
                  <a:srgbClr val="777383"/>
                </a:solidFill>
                <a:latin typeface="DejaVu Sans"/>
                <a:ea typeface="DejaVu Sans"/>
                <a:cs typeface="DejaVu Sans"/>
              </a:defRPr>
            </a:lvl6pPr>
            <a:lvl7pPr>
              <a:defRPr sz="1650" b="0">
                <a:solidFill>
                  <a:srgbClr val="777383"/>
                </a:solidFill>
                <a:latin typeface="DejaVu Sans"/>
                <a:ea typeface="DejaVu Sans"/>
                <a:cs typeface="DejaVu Sans"/>
              </a:defRPr>
            </a:lvl7pPr>
            <a:lvl8pPr>
              <a:defRPr sz="1650" b="0">
                <a:solidFill>
                  <a:srgbClr val="777383"/>
                </a:solidFill>
                <a:latin typeface="DejaVu Sans"/>
                <a:ea typeface="DejaVu Sans"/>
                <a:cs typeface="DejaVu Sans"/>
              </a:defRPr>
            </a:lvl8pPr>
            <a:lvl9pPr>
              <a:defRPr sz="1650" b="0">
                <a:solidFill>
                  <a:srgbClr val="777383"/>
                </a:solidFill>
                <a:latin typeface="DejaVu Sans"/>
                <a:ea typeface="DejaVu Sans"/>
                <a:cs typeface="DejaVu Sans"/>
              </a:defRPr>
            </a:lvl9pPr>
          </a:lstStyle>
          <a:p xmlns:a="http://schemas.openxmlformats.org/drawingml/2006/main">
            <a:pPr>
              <a:defRPr sz="1650" b="0">
                <a:solidFill>
                  <a:srgbClr val="777383"/>
                </a:solidFill>
                <a:latin typeface="DejaVu Sans"/>
                <a:ea typeface="DejaVu Sans"/>
                <a:cs typeface="DejaVu Sans"/>
              </a:defRPr>
            </a:pPr>
            <a:r>
              <a:rPr sz="1650" b="0">
                <a:solidFill>
                  <a:srgbClr val="777383"/>
                </a:solidFill>
                <a:latin typeface="DejaVu Sans"/>
                <a:ea typeface="DejaVu Sans"/>
                <a:cs typeface="DejaVu Sans"/>
              </a:rPr>
              <a:t>Требования, сроки, приёмка</a:t>
            </a:r>
          </a:p>
        </p:txBody>
      </p:sp>
    </p:spTree>
    <p:extLst>
      <p:ext uri="{BB962C8B-B14F-4D97-AF65-F5344CB8AC3E}">
        <p14:creationId xmlns:p14="http://schemas.microsoft.com/office/powerpoint/2010/main" val="876372526"/>
      </p:ext>
    </p:extLst>
  </p:cSld>
</p:sld>
</file>

<file path=ppt/slides/slide3.xml><?xml version="1.0" encoding="utf-8"?>
<p:sld xmlns:p="http://schemas.openxmlformats.org/presentationml/2006/main">
  <p:cSld>
    <p:bg>
      <p:bgPr>
        <a:solidFill xmlns:a="http://schemas.openxmlformats.org/drawingml/2006/main">
          <a:srgbClr val="FAF9FF"/>
        </a:solidFill>
      </p:bgPr>
    </p:bg>
    <p:spTree>
      <p:nvGrpSpPr>
        <p:cNvPr id="1" name=""/>
        <p:cNvGrpSpPr/>
        <p:nvPr/>
      </p:nvGrpSpPr>
      <p:grpSpPr>
        <a:xfrm xmlns:a="http://schemas.openxmlformats.org/drawingml/2006/main"/>
      </p:grpSpPr>
      <p:sp>
        <p:nvSpPr>
          <p:cNvPr id="9" name="series">
            <a:extLst xmlns:a="http://schemas.openxmlformats.org/drawingml/2006/main">
              <a:ext uri="{FF2B5EF4-FFF2-40B4-BE49-F238E27FC236}">
                <a16:creationId xmlns:a16="http://schemas.microsoft.com/office/drawing/2014/main" id="{48993E42-E93F-4BB2-AD51-F95F7C328E3A}"/>
              </a:ext>
            </a:extLst>
          </p:cNvPr>
          <p:cNvSpPr>
            <a:spLocks xmlns:a="http://schemas.openxmlformats.org/drawingml/2006/main" noGrp="1"/>
          </p:cNvSpPr>
          <p:nvPr/>
        </p:nvSpPr>
        <p:spPr>
          <a:xfrm xmlns:a="http://schemas.openxmlformats.org/drawingml/2006/main">
            <a:off x="609600" y="285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125" b="1">
                <a:solidFill>
                  <a:srgbClr val="6145E6"/>
                </a:solidFill>
                <a:latin typeface="DejaVu Sans"/>
                <a:ea typeface="DejaVu Sans"/>
                <a:cs typeface="DejaVu Sans"/>
              </a:defRPr>
            </a:defPPr>
            <a:lvl1pPr>
              <a:defRPr sz="1125" b="1">
                <a:solidFill>
                  <a:srgbClr val="6145E6"/>
                </a:solidFill>
                <a:latin typeface="DejaVu Sans"/>
                <a:ea typeface="DejaVu Sans"/>
                <a:cs typeface="DejaVu Sans"/>
              </a:defRPr>
            </a:lvl1pPr>
            <a:lvl2pPr>
              <a:defRPr sz="1125" b="1">
                <a:solidFill>
                  <a:srgbClr val="6145E6"/>
                </a:solidFill>
                <a:latin typeface="DejaVu Sans"/>
                <a:ea typeface="DejaVu Sans"/>
                <a:cs typeface="DejaVu Sans"/>
              </a:defRPr>
            </a:lvl2pPr>
            <a:lvl3pPr>
              <a:defRPr sz="1125" b="1">
                <a:solidFill>
                  <a:srgbClr val="6145E6"/>
                </a:solidFill>
                <a:latin typeface="DejaVu Sans"/>
                <a:ea typeface="DejaVu Sans"/>
                <a:cs typeface="DejaVu Sans"/>
              </a:defRPr>
            </a:lvl3pPr>
            <a:lvl4pPr>
              <a:defRPr sz="1125" b="1">
                <a:solidFill>
                  <a:srgbClr val="6145E6"/>
                </a:solidFill>
                <a:latin typeface="DejaVu Sans"/>
                <a:ea typeface="DejaVu Sans"/>
                <a:cs typeface="DejaVu Sans"/>
              </a:defRPr>
            </a:lvl4pPr>
            <a:lvl5pPr>
              <a:defRPr sz="1125" b="1">
                <a:solidFill>
                  <a:srgbClr val="6145E6"/>
                </a:solidFill>
                <a:latin typeface="DejaVu Sans"/>
                <a:ea typeface="DejaVu Sans"/>
                <a:cs typeface="DejaVu Sans"/>
              </a:defRPr>
            </a:lvl5pPr>
            <a:lvl6pPr>
              <a:defRPr sz="1125" b="1">
                <a:solidFill>
                  <a:srgbClr val="6145E6"/>
                </a:solidFill>
                <a:latin typeface="DejaVu Sans"/>
                <a:ea typeface="DejaVu Sans"/>
                <a:cs typeface="DejaVu Sans"/>
              </a:defRPr>
            </a:lvl6pPr>
            <a:lvl7pPr>
              <a:defRPr sz="1125" b="1">
                <a:solidFill>
                  <a:srgbClr val="6145E6"/>
                </a:solidFill>
                <a:latin typeface="DejaVu Sans"/>
                <a:ea typeface="DejaVu Sans"/>
                <a:cs typeface="DejaVu Sans"/>
              </a:defRPr>
            </a:lvl7pPr>
            <a:lvl8pPr>
              <a:defRPr sz="1125" b="1">
                <a:solidFill>
                  <a:srgbClr val="6145E6"/>
                </a:solidFill>
                <a:latin typeface="DejaVu Sans"/>
                <a:ea typeface="DejaVu Sans"/>
                <a:cs typeface="DejaVu Sans"/>
              </a:defRPr>
            </a:lvl8pPr>
            <a:lvl9pPr>
              <a:defRPr sz="1125" b="1">
                <a:solidFill>
                  <a:srgbClr val="6145E6"/>
                </a:solidFill>
                <a:latin typeface="DejaVu Sans"/>
                <a:ea typeface="DejaVu Sans"/>
                <a:cs typeface="DejaVu Sans"/>
              </a:defRPr>
            </a:lvl9pPr>
          </a:lstStyle>
          <a:p xmlns:a="http://schemas.openxmlformats.org/drawingml/2006/main">
            <a:pPr>
              <a:defRPr sz="1125" b="1">
                <a:solidFill>
                  <a:srgbClr val="6145E6"/>
                </a:solidFill>
                <a:latin typeface="DejaVu Sans"/>
                <a:ea typeface="DejaVu Sans"/>
                <a:cs typeface="DejaVu Sans"/>
              </a:defRPr>
            </a:pPr>
            <a:r>
              <a:rPr sz="1125" b="1">
                <a:solidFill>
                  <a:srgbClr val="6145E6"/>
                </a:solidFill>
                <a:latin typeface="DejaVu Sans"/>
                <a:ea typeface="DejaVu Sans"/>
                <a:cs typeface="DejaVu Sans"/>
              </a:rPr>
              <a:t>ОНЛАЙН КУРСЫ / УЧЕБНЫЙ ПРОЕКТ</a:t>
            </a:r>
          </a:p>
        </p:txBody>
      </p:sp>
      <p:sp>
        <p:nvSpPr>
          <p:cNvPr id="2" name="title">
            <a:extLst xmlns:a="http://schemas.openxmlformats.org/drawingml/2006/main">
              <a:ext uri="{FF2B5EF4-FFF2-40B4-BE49-F238E27FC236}">
                <a16:creationId xmlns:a16="http://schemas.microsoft.com/office/drawing/2014/main" id="{6BD299F2-7419-4048-B380-0E756136146F}"/>
              </a:ext>
            </a:extLst>
          </p:cNvPr>
          <p:cNvSpPr>
            <a:spLocks xmlns:a="http://schemas.openxmlformats.org/drawingml/2006/main" noGrp="1"/>
          </p:cNvSpPr>
          <p:nvPr/>
        </p:nvSpPr>
        <p:spPr>
          <a:xfrm xmlns:a="http://schemas.openxmlformats.org/drawingml/2006/main">
            <a:off x="609600" y="8953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600" b="1">
                <a:solidFill>
                  <a:srgbClr val="252638"/>
                </a:solidFill>
                <a:latin typeface="DejaVu Sans"/>
                <a:ea typeface="DejaVu Sans"/>
                <a:cs typeface="DejaVu Sans"/>
              </a:defRPr>
            </a:defPPr>
            <a:lvl1pPr>
              <a:defRPr sz="3600" b="1">
                <a:solidFill>
                  <a:srgbClr val="252638"/>
                </a:solidFill>
                <a:latin typeface="DejaVu Sans"/>
                <a:ea typeface="DejaVu Sans"/>
                <a:cs typeface="DejaVu Sans"/>
              </a:defRPr>
            </a:lvl1pPr>
            <a:lvl2pPr>
              <a:defRPr sz="3600" b="1">
                <a:solidFill>
                  <a:srgbClr val="252638"/>
                </a:solidFill>
                <a:latin typeface="DejaVu Sans"/>
                <a:ea typeface="DejaVu Sans"/>
                <a:cs typeface="DejaVu Sans"/>
              </a:defRPr>
            </a:lvl2pPr>
            <a:lvl3pPr>
              <a:defRPr sz="3600" b="1">
                <a:solidFill>
                  <a:srgbClr val="252638"/>
                </a:solidFill>
                <a:latin typeface="DejaVu Sans"/>
                <a:ea typeface="DejaVu Sans"/>
                <a:cs typeface="DejaVu Sans"/>
              </a:defRPr>
            </a:lvl3pPr>
            <a:lvl4pPr>
              <a:defRPr sz="3600" b="1">
                <a:solidFill>
                  <a:srgbClr val="252638"/>
                </a:solidFill>
                <a:latin typeface="DejaVu Sans"/>
                <a:ea typeface="DejaVu Sans"/>
                <a:cs typeface="DejaVu Sans"/>
              </a:defRPr>
            </a:lvl4pPr>
            <a:lvl5pPr>
              <a:defRPr sz="3600" b="1">
                <a:solidFill>
                  <a:srgbClr val="252638"/>
                </a:solidFill>
                <a:latin typeface="DejaVu Sans"/>
                <a:ea typeface="DejaVu Sans"/>
                <a:cs typeface="DejaVu Sans"/>
              </a:defRPr>
            </a:lvl5pPr>
            <a:lvl6pPr>
              <a:defRPr sz="3600" b="1">
                <a:solidFill>
                  <a:srgbClr val="252638"/>
                </a:solidFill>
                <a:latin typeface="DejaVu Sans"/>
                <a:ea typeface="DejaVu Sans"/>
                <a:cs typeface="DejaVu Sans"/>
              </a:defRPr>
            </a:lvl6pPr>
            <a:lvl7pPr>
              <a:defRPr sz="3600" b="1">
                <a:solidFill>
                  <a:srgbClr val="252638"/>
                </a:solidFill>
                <a:latin typeface="DejaVu Sans"/>
                <a:ea typeface="DejaVu Sans"/>
                <a:cs typeface="DejaVu Sans"/>
              </a:defRPr>
            </a:lvl7pPr>
            <a:lvl8pPr>
              <a:defRPr sz="3600" b="1">
                <a:solidFill>
                  <a:srgbClr val="252638"/>
                </a:solidFill>
                <a:latin typeface="DejaVu Sans"/>
                <a:ea typeface="DejaVu Sans"/>
                <a:cs typeface="DejaVu Sans"/>
              </a:defRPr>
            </a:lvl8pPr>
            <a:lvl9pPr>
              <a:defRPr sz="3600" b="1">
                <a:solidFill>
                  <a:srgbClr val="252638"/>
                </a:solidFill>
                <a:latin typeface="DejaVu Sans"/>
                <a:ea typeface="DejaVu Sans"/>
                <a:cs typeface="DejaVu Sans"/>
              </a:defRPr>
            </a:lvl9pPr>
          </a:lstStyle>
          <a:p xmlns:a="http://schemas.openxmlformats.org/drawingml/2006/main">
            <a:pPr>
              <a:defRPr sz="3600" b="1">
                <a:solidFill>
                  <a:srgbClr val="252638"/>
                </a:solidFill>
                <a:latin typeface="DejaVu Sans"/>
                <a:ea typeface="DejaVu Sans"/>
                <a:cs typeface="DejaVu Sans"/>
              </a:defRPr>
            </a:pPr>
            <a:r>
              <a:rPr sz="3600" b="1">
                <a:solidFill>
                  <a:srgbClr val="252638"/>
                </a:solidFill>
                <a:latin typeface="DejaVu Sans"/>
                <a:ea typeface="DejaVu Sans"/>
                <a:cs typeface="DejaVu Sans"/>
              </a:rPr>
              <a:t>Что уточнили в ТЗ</a:t>
            </a:r>
          </a:p>
        </p:txBody>
      </p:sp>
      <p:sp>
        <p:nvSpPr>
          <p:cNvPr id="3" name="page">
            <a:extLst xmlns:a="http://schemas.openxmlformats.org/drawingml/2006/main">
              <a:ext uri="{FF2B5EF4-FFF2-40B4-BE49-F238E27FC236}">
                <a16:creationId xmlns:a16="http://schemas.microsoft.com/office/drawing/2014/main" id="{B0FE441B-5FA6-426E-B158-B280EE5FEB03}"/>
              </a:ext>
            </a:extLst>
          </p:cNvPr>
          <p:cNvSpPr>
            <a:spLocks xmlns:a="http://schemas.openxmlformats.org/drawingml/2006/main" noGrp="1"/>
          </p:cNvSpPr>
          <p:nvPr/>
        </p:nvSpPr>
        <p:spPr>
          <a:xfrm xmlns:a="http://schemas.openxmlformats.org/drawingml/2006/main">
            <a:off x="11049000" y="6286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858393"/>
                </a:solidFill>
                <a:latin typeface="DejaVu Sans"/>
                <a:ea typeface="DejaVu Sans"/>
                <a:cs typeface="DejaVu Sans"/>
              </a:defRPr>
            </a:defPPr>
            <a:lvl1pPr>
              <a:defRPr sz="1200" b="0">
                <a:solidFill>
                  <a:srgbClr val="858393"/>
                </a:solidFill>
                <a:latin typeface="DejaVu Sans"/>
                <a:ea typeface="DejaVu Sans"/>
                <a:cs typeface="DejaVu Sans"/>
              </a:defRPr>
            </a:lvl1pPr>
            <a:lvl2pPr>
              <a:defRPr sz="1200" b="0">
                <a:solidFill>
                  <a:srgbClr val="858393"/>
                </a:solidFill>
                <a:latin typeface="DejaVu Sans"/>
                <a:ea typeface="DejaVu Sans"/>
                <a:cs typeface="DejaVu Sans"/>
              </a:defRPr>
            </a:lvl2pPr>
            <a:lvl3pPr>
              <a:defRPr sz="1200" b="0">
                <a:solidFill>
                  <a:srgbClr val="858393"/>
                </a:solidFill>
                <a:latin typeface="DejaVu Sans"/>
                <a:ea typeface="DejaVu Sans"/>
                <a:cs typeface="DejaVu Sans"/>
              </a:defRPr>
            </a:lvl3pPr>
            <a:lvl4pPr>
              <a:defRPr sz="1200" b="0">
                <a:solidFill>
                  <a:srgbClr val="858393"/>
                </a:solidFill>
                <a:latin typeface="DejaVu Sans"/>
                <a:ea typeface="DejaVu Sans"/>
                <a:cs typeface="DejaVu Sans"/>
              </a:defRPr>
            </a:lvl4pPr>
            <a:lvl5pPr>
              <a:defRPr sz="1200" b="0">
                <a:solidFill>
                  <a:srgbClr val="858393"/>
                </a:solidFill>
                <a:latin typeface="DejaVu Sans"/>
                <a:ea typeface="DejaVu Sans"/>
                <a:cs typeface="DejaVu Sans"/>
              </a:defRPr>
            </a:lvl5pPr>
            <a:lvl6pPr>
              <a:defRPr sz="1200" b="0">
                <a:solidFill>
                  <a:srgbClr val="858393"/>
                </a:solidFill>
                <a:latin typeface="DejaVu Sans"/>
                <a:ea typeface="DejaVu Sans"/>
                <a:cs typeface="DejaVu Sans"/>
              </a:defRPr>
            </a:lvl6pPr>
            <a:lvl7pPr>
              <a:defRPr sz="1200" b="0">
                <a:solidFill>
                  <a:srgbClr val="858393"/>
                </a:solidFill>
                <a:latin typeface="DejaVu Sans"/>
                <a:ea typeface="DejaVu Sans"/>
                <a:cs typeface="DejaVu Sans"/>
              </a:defRPr>
            </a:lvl7pPr>
            <a:lvl8pPr>
              <a:defRPr sz="1200" b="0">
                <a:solidFill>
                  <a:srgbClr val="858393"/>
                </a:solidFill>
                <a:latin typeface="DejaVu Sans"/>
                <a:ea typeface="DejaVu Sans"/>
                <a:cs typeface="DejaVu Sans"/>
              </a:defRPr>
            </a:lvl8pPr>
            <a:lvl9pPr>
              <a:defRPr sz="1200" b="0">
                <a:solidFill>
                  <a:srgbClr val="858393"/>
                </a:solidFill>
                <a:latin typeface="DejaVu Sans"/>
                <a:ea typeface="DejaVu Sans"/>
                <a:cs typeface="DejaVu Sans"/>
              </a:defRPr>
            </a:lvl9pPr>
          </a:lstStyle>
          <a:p xmlns:a="http://schemas.openxmlformats.org/drawingml/2006/main">
            <a:pPr>
              <a:defRPr sz="1200" b="0">
                <a:solidFill>
                  <a:srgbClr val="858393"/>
                </a:solidFill>
                <a:latin typeface="DejaVu Sans"/>
                <a:ea typeface="DejaVu Sans"/>
                <a:cs typeface="DejaVu Sans"/>
              </a:defRPr>
            </a:pPr>
            <a:r>
              <a:rPr sz="1200" b="0">
                <a:solidFill>
                  <a:srgbClr val="858393"/>
                </a:solidFill>
                <a:latin typeface="DejaVu Sans"/>
                <a:ea typeface="DejaVu Sans"/>
                <a:cs typeface="DejaVu Sans"/>
              </a:rPr>
              <a:t>03</a:t>
            </a:r>
          </a:p>
        </p:txBody>
      </p:sp>
      <p:sp>
        <p:nvSpPr>
          <p:cNvPr id="4" name="decision0">
            <a:extLst xmlns:a="http://schemas.openxmlformats.org/drawingml/2006/main">
              <a:ext uri="{FF2B5EF4-FFF2-40B4-BE49-F238E27FC236}">
                <a16:creationId xmlns:a16="http://schemas.microsoft.com/office/drawing/2014/main" id="{9349942C-913A-41A5-B377-FEE02A79400B}"/>
              </a:ext>
            </a:extLst>
          </p:cNvPr>
          <p:cNvSpPr>
            <a:spLocks xmlns:a="http://schemas.openxmlformats.org/drawingml/2006/main" noGrp="1"/>
          </p:cNvSpPr>
          <p:nvPr/>
        </p:nvSpPr>
        <p:spPr>
          <a:xfrm xmlns:a="http://schemas.openxmlformats.org/drawingml/2006/main">
            <a:off x="609600" y="21431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Обязательный admin и подтверждённый email</a:t>
            </a:r>
          </a:p>
        </p:txBody>
      </p:sp>
      <p:sp>
        <p:nvSpPr>
          <p:cNvPr id="5" name="decision1">
            <a:extLst xmlns:a="http://schemas.openxmlformats.org/drawingml/2006/main">
              <a:ext uri="{FF2B5EF4-FFF2-40B4-BE49-F238E27FC236}">
                <a16:creationId xmlns:a16="http://schemas.microsoft.com/office/drawing/2014/main" id="{FF49890D-4B73-48FA-BED1-B115A4EB2A8D}"/>
              </a:ext>
            </a:extLst>
          </p:cNvPr>
          <p:cNvSpPr>
            <a:spLocks xmlns:a="http://schemas.openxmlformats.org/drawingml/2006/main" noGrp="1"/>
          </p:cNvSpPr>
          <p:nvPr/>
        </p:nvSpPr>
        <p:spPr>
          <a:xfrm xmlns:a="http://schemas.openxmlformats.org/drawingml/2006/main">
            <a:off x="609600" y="28670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Teacher по заявке, редактирование своего курса</a:t>
            </a:r>
          </a:p>
        </p:txBody>
      </p:sp>
      <p:sp>
        <p:nvSpPr>
          <p:cNvPr id="6" name="decision2">
            <a:extLst xmlns:a="http://schemas.openxmlformats.org/drawingml/2006/main">
              <a:ext uri="{FF2B5EF4-FFF2-40B4-BE49-F238E27FC236}">
                <a16:creationId xmlns:a16="http://schemas.microsoft.com/office/drawing/2014/main" id="{013FC1A4-1F6E-4D8F-A0CF-F4F5E7924B53}"/>
              </a:ext>
            </a:extLst>
          </p:cNvPr>
          <p:cNvSpPr>
            <a:spLocks xmlns:a="http://schemas.openxmlformats.org/drawingml/2006/main" noGrp="1"/>
          </p:cNvSpPr>
          <p:nvPr/>
        </p:nvSpPr>
        <p:spPr>
          <a:xfrm xmlns:a="http://schemas.openxmlformats.org/drawingml/2006/main">
            <a:off x="609600" y="35909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Статусы курса, архив и мягкое удаление</a:t>
            </a:r>
          </a:p>
        </p:txBody>
      </p:sp>
      <p:sp>
        <p:nvSpPr>
          <p:cNvPr id="7" name="decision3">
            <a:extLst xmlns:a="http://schemas.openxmlformats.org/drawingml/2006/main">
              <a:ext uri="{FF2B5EF4-FFF2-40B4-BE49-F238E27FC236}">
                <a16:creationId xmlns:a16="http://schemas.microsoft.com/office/drawing/2014/main" id="{796CF487-1F84-4430-A13B-EBBCAC86E02F}"/>
              </a:ext>
            </a:extLst>
          </p:cNvPr>
          <p:cNvSpPr>
            <a:spLocks xmlns:a="http://schemas.openxmlformats.org/drawingml/2006/main" noGrp="1"/>
          </p:cNvSpPr>
          <p:nvPr/>
        </p:nvSpPr>
        <p:spPr>
          <a:xfrm xmlns:a="http://schemas.openxmlformats.org/drawingml/2006/main">
            <a:off x="609600" y="43148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Квиз: 3 попытки, 20 минут, порог 70%</a:t>
            </a:r>
          </a:p>
        </p:txBody>
      </p:sp>
      <p:sp>
        <p:nvSpPr>
          <p:cNvPr id="8" name="decision4">
            <a:extLst xmlns:a="http://schemas.openxmlformats.org/drawingml/2006/main">
              <a:ext uri="{FF2B5EF4-FFF2-40B4-BE49-F238E27FC236}">
                <a16:creationId xmlns:a16="http://schemas.microsoft.com/office/drawing/2014/main" id="{C682C546-B2F8-408D-A4F9-2EE56451EECE}"/>
              </a:ext>
            </a:extLst>
          </p:cNvPr>
          <p:cNvSpPr>
            <a:spLocks xmlns:a="http://schemas.openxmlformats.org/drawingml/2006/main" noGrp="1"/>
          </p:cNvSpPr>
          <p:nvPr/>
        </p:nvSpPr>
        <p:spPr>
          <a:xfrm xmlns:a="http://schemas.openxmlformats.org/drawingml/2006/main">
            <a:off x="609600" y="5038725"/>
            <a:ext cx="10668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Сохранение истории и измеримая нагрузка</a:t>
            </a:r>
          </a:p>
        </p:txBody>
      </p:sp>
    </p:spTree>
    <p:extLst>
      <p:ext uri="{BB962C8B-B14F-4D97-AF65-F5344CB8AC3E}">
        <p14:creationId xmlns:p14="http://schemas.microsoft.com/office/powerpoint/2010/main" val="1517734473"/>
      </p:ext>
    </p:extLst>
  </p:cSld>
</p:sld>
</file>

<file path=ppt/slides/slide4.xml><?xml version="1.0" encoding="utf-8"?>
<p:sld xmlns:p="http://schemas.openxmlformats.org/presentationml/2006/main">
  <p:cSld>
    <p:bg>
      <p:bgPr>
        <a:solidFill xmlns:a="http://schemas.openxmlformats.org/drawingml/2006/main">
          <a:srgbClr val="FAF9FF"/>
        </a:solidFill>
      </p:bgPr>
    </p:bg>
    <p:spTree>
      <p:nvGrpSpPr>
        <p:cNvPr id="1" name=""/>
        <p:cNvGrpSpPr/>
        <p:nvPr/>
      </p:nvGrpSpPr>
      <p:grpSpPr>
        <a:xfrm xmlns:a="http://schemas.openxmlformats.org/drawingml/2006/main"/>
      </p:grpSpPr>
      <p:sp>
        <p:nvSpPr>
          <p:cNvPr id="10" name="series">
            <a:extLst xmlns:a="http://schemas.openxmlformats.org/drawingml/2006/main">
              <a:ext uri="{FF2B5EF4-FFF2-40B4-BE49-F238E27FC236}">
                <a16:creationId xmlns:a16="http://schemas.microsoft.com/office/drawing/2014/main" id="{16F188B8-4FA6-4DD6-81E5-CC15C7A01993}"/>
              </a:ext>
            </a:extLst>
          </p:cNvPr>
          <p:cNvSpPr>
            <a:spLocks xmlns:a="http://schemas.openxmlformats.org/drawingml/2006/main" noGrp="1"/>
          </p:cNvSpPr>
          <p:nvPr/>
        </p:nvSpPr>
        <p:spPr>
          <a:xfrm xmlns:a="http://schemas.openxmlformats.org/drawingml/2006/main">
            <a:off x="609600" y="285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125" b="1">
                <a:solidFill>
                  <a:srgbClr val="6145E6"/>
                </a:solidFill>
                <a:latin typeface="DejaVu Sans"/>
                <a:ea typeface="DejaVu Sans"/>
                <a:cs typeface="DejaVu Sans"/>
              </a:defRPr>
            </a:defPPr>
            <a:lvl1pPr>
              <a:defRPr sz="1125" b="1">
                <a:solidFill>
                  <a:srgbClr val="6145E6"/>
                </a:solidFill>
                <a:latin typeface="DejaVu Sans"/>
                <a:ea typeface="DejaVu Sans"/>
                <a:cs typeface="DejaVu Sans"/>
              </a:defRPr>
            </a:lvl1pPr>
            <a:lvl2pPr>
              <a:defRPr sz="1125" b="1">
                <a:solidFill>
                  <a:srgbClr val="6145E6"/>
                </a:solidFill>
                <a:latin typeface="DejaVu Sans"/>
                <a:ea typeface="DejaVu Sans"/>
                <a:cs typeface="DejaVu Sans"/>
              </a:defRPr>
            </a:lvl2pPr>
            <a:lvl3pPr>
              <a:defRPr sz="1125" b="1">
                <a:solidFill>
                  <a:srgbClr val="6145E6"/>
                </a:solidFill>
                <a:latin typeface="DejaVu Sans"/>
                <a:ea typeface="DejaVu Sans"/>
                <a:cs typeface="DejaVu Sans"/>
              </a:defRPr>
            </a:lvl3pPr>
            <a:lvl4pPr>
              <a:defRPr sz="1125" b="1">
                <a:solidFill>
                  <a:srgbClr val="6145E6"/>
                </a:solidFill>
                <a:latin typeface="DejaVu Sans"/>
                <a:ea typeface="DejaVu Sans"/>
                <a:cs typeface="DejaVu Sans"/>
              </a:defRPr>
            </a:lvl4pPr>
            <a:lvl5pPr>
              <a:defRPr sz="1125" b="1">
                <a:solidFill>
                  <a:srgbClr val="6145E6"/>
                </a:solidFill>
                <a:latin typeface="DejaVu Sans"/>
                <a:ea typeface="DejaVu Sans"/>
                <a:cs typeface="DejaVu Sans"/>
              </a:defRPr>
            </a:lvl5pPr>
            <a:lvl6pPr>
              <a:defRPr sz="1125" b="1">
                <a:solidFill>
                  <a:srgbClr val="6145E6"/>
                </a:solidFill>
                <a:latin typeface="DejaVu Sans"/>
                <a:ea typeface="DejaVu Sans"/>
                <a:cs typeface="DejaVu Sans"/>
              </a:defRPr>
            </a:lvl6pPr>
            <a:lvl7pPr>
              <a:defRPr sz="1125" b="1">
                <a:solidFill>
                  <a:srgbClr val="6145E6"/>
                </a:solidFill>
                <a:latin typeface="DejaVu Sans"/>
                <a:ea typeface="DejaVu Sans"/>
                <a:cs typeface="DejaVu Sans"/>
              </a:defRPr>
            </a:lvl7pPr>
            <a:lvl8pPr>
              <a:defRPr sz="1125" b="1">
                <a:solidFill>
                  <a:srgbClr val="6145E6"/>
                </a:solidFill>
                <a:latin typeface="DejaVu Sans"/>
                <a:ea typeface="DejaVu Sans"/>
                <a:cs typeface="DejaVu Sans"/>
              </a:defRPr>
            </a:lvl8pPr>
            <a:lvl9pPr>
              <a:defRPr sz="1125" b="1">
                <a:solidFill>
                  <a:srgbClr val="6145E6"/>
                </a:solidFill>
                <a:latin typeface="DejaVu Sans"/>
                <a:ea typeface="DejaVu Sans"/>
                <a:cs typeface="DejaVu Sans"/>
              </a:defRPr>
            </a:lvl9pPr>
          </a:lstStyle>
          <a:p xmlns:a="http://schemas.openxmlformats.org/drawingml/2006/main">
            <a:pPr>
              <a:defRPr sz="1125" b="1">
                <a:solidFill>
                  <a:srgbClr val="6145E6"/>
                </a:solidFill>
                <a:latin typeface="DejaVu Sans"/>
                <a:ea typeface="DejaVu Sans"/>
                <a:cs typeface="DejaVu Sans"/>
              </a:defRPr>
            </a:pPr>
            <a:r>
              <a:rPr sz="1125" b="1">
                <a:solidFill>
                  <a:srgbClr val="6145E6"/>
                </a:solidFill>
                <a:latin typeface="DejaVu Sans"/>
                <a:ea typeface="DejaVu Sans"/>
                <a:cs typeface="DejaVu Sans"/>
              </a:rPr>
              <a:t>ОНЛАЙН КУРСЫ / УЧЕБНЫЙ ПРОЕКТ</a:t>
            </a:r>
          </a:p>
        </p:txBody>
      </p:sp>
      <p:sp>
        <p:nvSpPr>
          <p:cNvPr id="2" name="title">
            <a:extLst xmlns:a="http://schemas.openxmlformats.org/drawingml/2006/main">
              <a:ext uri="{FF2B5EF4-FFF2-40B4-BE49-F238E27FC236}">
                <a16:creationId xmlns:a16="http://schemas.microsoft.com/office/drawing/2014/main" id="{913734EA-0D6E-4F15-AD17-68E8C772F723}"/>
              </a:ext>
            </a:extLst>
          </p:cNvPr>
          <p:cNvSpPr>
            <a:spLocks xmlns:a="http://schemas.openxmlformats.org/drawingml/2006/main" noGrp="1"/>
          </p:cNvSpPr>
          <p:nvPr/>
        </p:nvSpPr>
        <p:spPr>
          <a:xfrm xmlns:a="http://schemas.openxmlformats.org/drawingml/2006/main">
            <a:off x="609600" y="8953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600" b="1">
                <a:solidFill>
                  <a:srgbClr val="252638"/>
                </a:solidFill>
                <a:latin typeface="DejaVu Sans"/>
                <a:ea typeface="DejaVu Sans"/>
                <a:cs typeface="DejaVu Sans"/>
              </a:defRPr>
            </a:defPPr>
            <a:lvl1pPr>
              <a:defRPr sz="3600" b="1">
                <a:solidFill>
                  <a:srgbClr val="252638"/>
                </a:solidFill>
                <a:latin typeface="DejaVu Sans"/>
                <a:ea typeface="DejaVu Sans"/>
                <a:cs typeface="DejaVu Sans"/>
              </a:defRPr>
            </a:lvl1pPr>
            <a:lvl2pPr>
              <a:defRPr sz="3600" b="1">
                <a:solidFill>
                  <a:srgbClr val="252638"/>
                </a:solidFill>
                <a:latin typeface="DejaVu Sans"/>
                <a:ea typeface="DejaVu Sans"/>
                <a:cs typeface="DejaVu Sans"/>
              </a:defRPr>
            </a:lvl2pPr>
            <a:lvl3pPr>
              <a:defRPr sz="3600" b="1">
                <a:solidFill>
                  <a:srgbClr val="252638"/>
                </a:solidFill>
                <a:latin typeface="DejaVu Sans"/>
                <a:ea typeface="DejaVu Sans"/>
                <a:cs typeface="DejaVu Sans"/>
              </a:defRPr>
            </a:lvl3pPr>
            <a:lvl4pPr>
              <a:defRPr sz="3600" b="1">
                <a:solidFill>
                  <a:srgbClr val="252638"/>
                </a:solidFill>
                <a:latin typeface="DejaVu Sans"/>
                <a:ea typeface="DejaVu Sans"/>
                <a:cs typeface="DejaVu Sans"/>
              </a:defRPr>
            </a:lvl4pPr>
            <a:lvl5pPr>
              <a:defRPr sz="3600" b="1">
                <a:solidFill>
                  <a:srgbClr val="252638"/>
                </a:solidFill>
                <a:latin typeface="DejaVu Sans"/>
                <a:ea typeface="DejaVu Sans"/>
                <a:cs typeface="DejaVu Sans"/>
              </a:defRPr>
            </a:lvl5pPr>
            <a:lvl6pPr>
              <a:defRPr sz="3600" b="1">
                <a:solidFill>
                  <a:srgbClr val="252638"/>
                </a:solidFill>
                <a:latin typeface="DejaVu Sans"/>
                <a:ea typeface="DejaVu Sans"/>
                <a:cs typeface="DejaVu Sans"/>
              </a:defRPr>
            </a:lvl6pPr>
            <a:lvl7pPr>
              <a:defRPr sz="3600" b="1">
                <a:solidFill>
                  <a:srgbClr val="252638"/>
                </a:solidFill>
                <a:latin typeface="DejaVu Sans"/>
                <a:ea typeface="DejaVu Sans"/>
                <a:cs typeface="DejaVu Sans"/>
              </a:defRPr>
            </a:lvl7pPr>
            <a:lvl8pPr>
              <a:defRPr sz="3600" b="1">
                <a:solidFill>
                  <a:srgbClr val="252638"/>
                </a:solidFill>
                <a:latin typeface="DejaVu Sans"/>
                <a:ea typeface="DejaVu Sans"/>
                <a:cs typeface="DejaVu Sans"/>
              </a:defRPr>
            </a:lvl8pPr>
            <a:lvl9pPr>
              <a:defRPr sz="3600" b="1">
                <a:solidFill>
                  <a:srgbClr val="252638"/>
                </a:solidFill>
                <a:latin typeface="DejaVu Sans"/>
                <a:ea typeface="DejaVu Sans"/>
                <a:cs typeface="DejaVu Sans"/>
              </a:defRPr>
            </a:lvl9pPr>
          </a:lstStyle>
          <a:p xmlns:a="http://schemas.openxmlformats.org/drawingml/2006/main">
            <a:pPr>
              <a:defRPr sz="3600" b="1">
                <a:solidFill>
                  <a:srgbClr val="252638"/>
                </a:solidFill>
                <a:latin typeface="DejaVu Sans"/>
                <a:ea typeface="DejaVu Sans"/>
                <a:cs typeface="DejaVu Sans"/>
              </a:defRPr>
            </a:pPr>
            <a:r>
              <a:rPr sz="3600" b="1">
                <a:solidFill>
                  <a:srgbClr val="252638"/>
                </a:solidFill>
                <a:latin typeface="DejaVu Sans"/>
                <a:ea typeface="DejaVu Sans"/>
                <a:cs typeface="DejaVu Sans"/>
              </a:rPr>
              <a:t>Что есть в SDLC сейчас</a:t>
            </a:r>
          </a:p>
        </p:txBody>
      </p:sp>
      <p:sp>
        <p:nvSpPr>
          <p:cNvPr id="3" name="page">
            <a:extLst xmlns:a="http://schemas.openxmlformats.org/drawingml/2006/main">
              <a:ext uri="{FF2B5EF4-FFF2-40B4-BE49-F238E27FC236}">
                <a16:creationId xmlns:a16="http://schemas.microsoft.com/office/drawing/2014/main" id="{A5B8BFB6-36AB-40D2-9C70-E044DE8190F4}"/>
              </a:ext>
            </a:extLst>
          </p:cNvPr>
          <p:cNvSpPr>
            <a:spLocks xmlns:a="http://schemas.openxmlformats.org/drawingml/2006/main" noGrp="1"/>
          </p:cNvSpPr>
          <p:nvPr/>
        </p:nvSpPr>
        <p:spPr>
          <a:xfrm xmlns:a="http://schemas.openxmlformats.org/drawingml/2006/main">
            <a:off x="11049000" y="6286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858393"/>
                </a:solidFill>
                <a:latin typeface="DejaVu Sans"/>
                <a:ea typeface="DejaVu Sans"/>
                <a:cs typeface="DejaVu Sans"/>
              </a:defRPr>
            </a:defPPr>
            <a:lvl1pPr>
              <a:defRPr sz="1200" b="0">
                <a:solidFill>
                  <a:srgbClr val="858393"/>
                </a:solidFill>
                <a:latin typeface="DejaVu Sans"/>
                <a:ea typeface="DejaVu Sans"/>
                <a:cs typeface="DejaVu Sans"/>
              </a:defRPr>
            </a:lvl1pPr>
            <a:lvl2pPr>
              <a:defRPr sz="1200" b="0">
                <a:solidFill>
                  <a:srgbClr val="858393"/>
                </a:solidFill>
                <a:latin typeface="DejaVu Sans"/>
                <a:ea typeface="DejaVu Sans"/>
                <a:cs typeface="DejaVu Sans"/>
              </a:defRPr>
            </a:lvl2pPr>
            <a:lvl3pPr>
              <a:defRPr sz="1200" b="0">
                <a:solidFill>
                  <a:srgbClr val="858393"/>
                </a:solidFill>
                <a:latin typeface="DejaVu Sans"/>
                <a:ea typeface="DejaVu Sans"/>
                <a:cs typeface="DejaVu Sans"/>
              </a:defRPr>
            </a:lvl3pPr>
            <a:lvl4pPr>
              <a:defRPr sz="1200" b="0">
                <a:solidFill>
                  <a:srgbClr val="858393"/>
                </a:solidFill>
                <a:latin typeface="DejaVu Sans"/>
                <a:ea typeface="DejaVu Sans"/>
                <a:cs typeface="DejaVu Sans"/>
              </a:defRPr>
            </a:lvl4pPr>
            <a:lvl5pPr>
              <a:defRPr sz="1200" b="0">
                <a:solidFill>
                  <a:srgbClr val="858393"/>
                </a:solidFill>
                <a:latin typeface="DejaVu Sans"/>
                <a:ea typeface="DejaVu Sans"/>
                <a:cs typeface="DejaVu Sans"/>
              </a:defRPr>
            </a:lvl5pPr>
            <a:lvl6pPr>
              <a:defRPr sz="1200" b="0">
                <a:solidFill>
                  <a:srgbClr val="858393"/>
                </a:solidFill>
                <a:latin typeface="DejaVu Sans"/>
                <a:ea typeface="DejaVu Sans"/>
                <a:cs typeface="DejaVu Sans"/>
              </a:defRPr>
            </a:lvl6pPr>
            <a:lvl7pPr>
              <a:defRPr sz="1200" b="0">
                <a:solidFill>
                  <a:srgbClr val="858393"/>
                </a:solidFill>
                <a:latin typeface="DejaVu Sans"/>
                <a:ea typeface="DejaVu Sans"/>
                <a:cs typeface="DejaVu Sans"/>
              </a:defRPr>
            </a:lvl7pPr>
            <a:lvl8pPr>
              <a:defRPr sz="1200" b="0">
                <a:solidFill>
                  <a:srgbClr val="858393"/>
                </a:solidFill>
                <a:latin typeface="DejaVu Sans"/>
                <a:ea typeface="DejaVu Sans"/>
                <a:cs typeface="DejaVu Sans"/>
              </a:defRPr>
            </a:lvl8pPr>
            <a:lvl9pPr>
              <a:defRPr sz="1200" b="0">
                <a:solidFill>
                  <a:srgbClr val="858393"/>
                </a:solidFill>
                <a:latin typeface="DejaVu Sans"/>
                <a:ea typeface="DejaVu Sans"/>
                <a:cs typeface="DejaVu Sans"/>
              </a:defRPr>
            </a:lvl9pPr>
          </a:lstStyle>
          <a:p xmlns:a="http://schemas.openxmlformats.org/drawingml/2006/main">
            <a:pPr>
              <a:defRPr sz="1200" b="0">
                <a:solidFill>
                  <a:srgbClr val="858393"/>
                </a:solidFill>
                <a:latin typeface="DejaVu Sans"/>
                <a:ea typeface="DejaVu Sans"/>
                <a:cs typeface="DejaVu Sans"/>
              </a:defRPr>
            </a:pPr>
            <a:r>
              <a:rPr sz="1200" b="0">
                <a:solidFill>
                  <a:srgbClr val="858393"/>
                </a:solidFill>
                <a:latin typeface="DejaVu Sans"/>
                <a:ea typeface="DejaVu Sans"/>
                <a:cs typeface="DejaVu Sans"/>
              </a:rPr>
              <a:t>04</a:t>
            </a:r>
          </a:p>
        </p:txBody>
      </p:sp>
      <p:sp>
        <p:nvSpPr>
          <p:cNvPr id="4" name="now">
            <a:extLst xmlns:a="http://schemas.openxmlformats.org/drawingml/2006/main">
              <a:ext uri="{FF2B5EF4-FFF2-40B4-BE49-F238E27FC236}">
                <a16:creationId xmlns:a16="http://schemas.microsoft.com/office/drawing/2014/main" id="{43181A08-3D33-44B0-A76E-876DA21B7A07}"/>
              </a:ext>
            </a:extLst>
          </p:cNvPr>
          <p:cNvSpPr>
            <a:spLocks xmlns:a="http://schemas.openxmlformats.org/drawingml/2006/main" noGrp="1"/>
          </p:cNvSpPr>
          <p:nvPr/>
        </p:nvSpPr>
        <p:spPr>
          <a:xfrm xmlns:a="http://schemas.openxmlformats.org/drawingml/2006/main">
            <a:off x="609600" y="2143125"/>
            <a:ext cx="6286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6145E6"/>
                </a:solidFill>
                <a:latin typeface="DejaVu Sans"/>
                <a:ea typeface="DejaVu Sans"/>
                <a:cs typeface="DejaVu Sans"/>
              </a:defRPr>
            </a:defPPr>
            <a:lvl1pPr>
              <a:defRPr sz="2250" b="1">
                <a:solidFill>
                  <a:srgbClr val="6145E6"/>
                </a:solidFill>
                <a:latin typeface="DejaVu Sans"/>
                <a:ea typeface="DejaVu Sans"/>
                <a:cs typeface="DejaVu Sans"/>
              </a:defRPr>
            </a:lvl1pPr>
            <a:lvl2pPr>
              <a:defRPr sz="2250" b="1">
                <a:solidFill>
                  <a:srgbClr val="6145E6"/>
                </a:solidFill>
                <a:latin typeface="DejaVu Sans"/>
                <a:ea typeface="DejaVu Sans"/>
                <a:cs typeface="DejaVu Sans"/>
              </a:defRPr>
            </a:lvl2pPr>
            <a:lvl3pPr>
              <a:defRPr sz="2250" b="1">
                <a:solidFill>
                  <a:srgbClr val="6145E6"/>
                </a:solidFill>
                <a:latin typeface="DejaVu Sans"/>
                <a:ea typeface="DejaVu Sans"/>
                <a:cs typeface="DejaVu Sans"/>
              </a:defRPr>
            </a:lvl3pPr>
            <a:lvl4pPr>
              <a:defRPr sz="2250" b="1">
                <a:solidFill>
                  <a:srgbClr val="6145E6"/>
                </a:solidFill>
                <a:latin typeface="DejaVu Sans"/>
                <a:ea typeface="DejaVu Sans"/>
                <a:cs typeface="DejaVu Sans"/>
              </a:defRPr>
            </a:lvl4pPr>
            <a:lvl5pPr>
              <a:defRPr sz="2250" b="1">
                <a:solidFill>
                  <a:srgbClr val="6145E6"/>
                </a:solidFill>
                <a:latin typeface="DejaVu Sans"/>
                <a:ea typeface="DejaVu Sans"/>
                <a:cs typeface="DejaVu Sans"/>
              </a:defRPr>
            </a:lvl5pPr>
            <a:lvl6pPr>
              <a:defRPr sz="2250" b="1">
                <a:solidFill>
                  <a:srgbClr val="6145E6"/>
                </a:solidFill>
                <a:latin typeface="DejaVu Sans"/>
                <a:ea typeface="DejaVu Sans"/>
                <a:cs typeface="DejaVu Sans"/>
              </a:defRPr>
            </a:lvl6pPr>
            <a:lvl7pPr>
              <a:defRPr sz="2250" b="1">
                <a:solidFill>
                  <a:srgbClr val="6145E6"/>
                </a:solidFill>
                <a:latin typeface="DejaVu Sans"/>
                <a:ea typeface="DejaVu Sans"/>
                <a:cs typeface="DejaVu Sans"/>
              </a:defRPr>
            </a:lvl7pPr>
            <a:lvl8pPr>
              <a:defRPr sz="2250" b="1">
                <a:solidFill>
                  <a:srgbClr val="6145E6"/>
                </a:solidFill>
                <a:latin typeface="DejaVu Sans"/>
                <a:ea typeface="DejaVu Sans"/>
                <a:cs typeface="DejaVu Sans"/>
              </a:defRPr>
            </a:lvl8pPr>
            <a:lvl9pPr>
              <a:defRPr sz="2250" b="1">
                <a:solidFill>
                  <a:srgbClr val="6145E6"/>
                </a:solidFill>
                <a:latin typeface="DejaVu Sans"/>
                <a:ea typeface="DejaVu Sans"/>
                <a:cs typeface="DejaVu Sans"/>
              </a:defRPr>
            </a:lvl9pPr>
          </a:lstStyle>
          <a:p xmlns:a="http://schemas.openxmlformats.org/drawingml/2006/main">
            <a:pPr>
              <a:defRPr sz="2250" b="1">
                <a:solidFill>
                  <a:srgbClr val="6145E6"/>
                </a:solidFill>
                <a:latin typeface="DejaVu Sans"/>
                <a:ea typeface="DejaVu Sans"/>
                <a:cs typeface="DejaVu Sans"/>
              </a:defRPr>
            </a:pPr>
            <a:r>
              <a:rPr sz="2250" b="1">
                <a:solidFill>
                  <a:srgbClr val="6145E6"/>
                </a:solidFill>
                <a:latin typeface="DejaVu Sans"/>
                <a:ea typeface="DejaVu Sans"/>
                <a:cs typeface="DejaVu Sans"/>
              </a:rPr>
              <a:t>Подготовлено</a:t>
            </a:r>
          </a:p>
        </p:txBody>
      </p:sp>
      <p:sp>
        <p:nvSpPr>
          <p:cNvPr id="5" name="nowbody">
            <a:extLst xmlns:a="http://schemas.openxmlformats.org/drawingml/2006/main">
              <a:ext uri="{FF2B5EF4-FFF2-40B4-BE49-F238E27FC236}">
                <a16:creationId xmlns:a16="http://schemas.microsoft.com/office/drawing/2014/main" id="{50683776-D6CA-4DB1-BA6F-A6A2DE88829E}"/>
              </a:ext>
            </a:extLst>
          </p:cNvPr>
          <p:cNvSpPr>
            <a:spLocks xmlns:a="http://schemas.openxmlformats.org/drawingml/2006/main" noGrp="1"/>
          </p:cNvSpPr>
          <p:nvPr/>
        </p:nvSpPr>
        <p:spPr>
          <a:xfrm xmlns:a="http://schemas.openxmlformats.org/drawingml/2006/main">
            <a:off x="609600" y="2714625"/>
            <a:ext cx="65722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252638"/>
                </a:solidFill>
                <a:latin typeface="DejaVu Sans"/>
                <a:ea typeface="DejaVu Sans"/>
                <a:cs typeface="DejaVu Sans"/>
              </a:defRPr>
            </a:defPPr>
            <a:lvl1pPr>
              <a:defRPr sz="2025" b="0">
                <a:solidFill>
                  <a:srgbClr val="252638"/>
                </a:solidFill>
                <a:latin typeface="DejaVu Sans"/>
                <a:ea typeface="DejaVu Sans"/>
                <a:cs typeface="DejaVu Sans"/>
              </a:defRPr>
            </a:lvl1pPr>
            <a:lvl2pPr>
              <a:defRPr sz="2025" b="0">
                <a:solidFill>
                  <a:srgbClr val="252638"/>
                </a:solidFill>
                <a:latin typeface="DejaVu Sans"/>
                <a:ea typeface="DejaVu Sans"/>
                <a:cs typeface="DejaVu Sans"/>
              </a:defRPr>
            </a:lvl2pPr>
            <a:lvl3pPr>
              <a:defRPr sz="2025" b="0">
                <a:solidFill>
                  <a:srgbClr val="252638"/>
                </a:solidFill>
                <a:latin typeface="DejaVu Sans"/>
                <a:ea typeface="DejaVu Sans"/>
                <a:cs typeface="DejaVu Sans"/>
              </a:defRPr>
            </a:lvl3pPr>
            <a:lvl4pPr>
              <a:defRPr sz="2025" b="0">
                <a:solidFill>
                  <a:srgbClr val="252638"/>
                </a:solidFill>
                <a:latin typeface="DejaVu Sans"/>
                <a:ea typeface="DejaVu Sans"/>
                <a:cs typeface="DejaVu Sans"/>
              </a:defRPr>
            </a:lvl4pPr>
            <a:lvl5pPr>
              <a:defRPr sz="2025" b="0">
                <a:solidFill>
                  <a:srgbClr val="252638"/>
                </a:solidFill>
                <a:latin typeface="DejaVu Sans"/>
                <a:ea typeface="DejaVu Sans"/>
                <a:cs typeface="DejaVu Sans"/>
              </a:defRPr>
            </a:lvl5pPr>
            <a:lvl6pPr>
              <a:defRPr sz="2025" b="0">
                <a:solidFill>
                  <a:srgbClr val="252638"/>
                </a:solidFill>
                <a:latin typeface="DejaVu Sans"/>
                <a:ea typeface="DejaVu Sans"/>
                <a:cs typeface="DejaVu Sans"/>
              </a:defRPr>
            </a:lvl6pPr>
            <a:lvl7pPr>
              <a:defRPr sz="2025" b="0">
                <a:solidFill>
                  <a:srgbClr val="252638"/>
                </a:solidFill>
                <a:latin typeface="DejaVu Sans"/>
                <a:ea typeface="DejaVu Sans"/>
                <a:cs typeface="DejaVu Sans"/>
              </a:defRPr>
            </a:lvl7pPr>
            <a:lvl8pPr>
              <a:defRPr sz="2025" b="0">
                <a:solidFill>
                  <a:srgbClr val="252638"/>
                </a:solidFill>
                <a:latin typeface="DejaVu Sans"/>
                <a:ea typeface="DejaVu Sans"/>
                <a:cs typeface="DejaVu Sans"/>
              </a:defRPr>
            </a:lvl8pPr>
            <a:lvl9pPr>
              <a:defRPr sz="2025" b="0">
                <a:solidFill>
                  <a:srgbClr val="252638"/>
                </a:solidFill>
                <a:latin typeface="DejaVu Sans"/>
                <a:ea typeface="DejaVu Sans"/>
                <a:cs typeface="DejaVu Sans"/>
              </a:defRPr>
            </a:lvl9pPr>
          </a:lstStyle>
          <a:p xmlns:a="http://schemas.openxmlformats.org/drawingml/2006/main">
            <a:pPr>
              <a:defRPr sz="2025" b="0">
                <a:solidFill>
                  <a:srgbClr val="252638"/>
                </a:solidFill>
                <a:latin typeface="DejaVu Sans"/>
                <a:ea typeface="DejaVu Sans"/>
                <a:cs typeface="DejaVu Sans"/>
              </a:defRPr>
            </a:pPr>
            <a:r>
              <a:rPr sz="2025" b="0">
                <a:solidFill>
                  <a:srgbClr val="252638"/>
                </a:solidFill>
                <a:latin typeface="DejaVu Sans"/>
                <a:ea typeface="DejaVu Sans"/>
                <a:cs typeface="DejaVu Sans"/>
              </a:rPr>
              <a:t>ТЗ 2.0 и задачи разработки/QA</a:t>
            </a:r>
          </a:p>
          <a:p xmlns:a="http://schemas.openxmlformats.org/drawingml/2006/main">
            <a:pPr>
              <a:defRPr sz="2025" b="0">
                <a:solidFill>
                  <a:srgbClr val="252638"/>
                </a:solidFill>
                <a:latin typeface="DejaVu Sans"/>
                <a:ea typeface="DejaVu Sans"/>
                <a:cs typeface="DejaVu Sans"/>
              </a:defRPr>
            </a:pPr>
            <a:r>
              <a:rPr sz="2025" b="0">
                <a:solidFill>
                  <a:srgbClr val="252638"/>
                </a:solidFill>
                <a:latin typeface="DejaVu Sans"/>
                <a:ea typeface="DejaVu Sans"/>
                <a:cs typeface="DejaVu Sans"/>
              </a:rPr>
              <a:t>HTML-каталог и демообучение</a:t>
            </a:r>
          </a:p>
          <a:p xmlns:a="http://schemas.openxmlformats.org/drawingml/2006/main">
            <a:pPr>
              <a:defRPr sz="2025" b="0">
                <a:solidFill>
                  <a:srgbClr val="252638"/>
                </a:solidFill>
                <a:latin typeface="DejaVu Sans"/>
                <a:ea typeface="DejaVu Sans"/>
                <a:cs typeface="DejaVu Sans"/>
              </a:defRPr>
            </a:pPr>
            <a:r>
              <a:rPr sz="2025" b="0">
                <a:solidFill>
                  <a:srgbClr val="252638"/>
                </a:solidFill>
                <a:latin typeface="DejaVu Sans"/>
                <a:ea typeface="DejaVu Sans"/>
                <a:cs typeface="DejaVu Sans"/>
              </a:rPr>
              <a:t>Сценарии приёмочной проверки</a:t>
            </a:r>
          </a:p>
        </p:txBody>
      </p:sp>
      <p:sp>
        <p:nvSpPr>
          <p:cNvPr id="6" name="next">
            <a:extLst xmlns:a="http://schemas.openxmlformats.org/drawingml/2006/main">
              <a:ext uri="{FF2B5EF4-FFF2-40B4-BE49-F238E27FC236}">
                <a16:creationId xmlns:a16="http://schemas.microsoft.com/office/drawing/2014/main" id="{81CD1A95-EB38-423C-8783-3ED02992BC54}"/>
              </a:ext>
            </a:extLst>
          </p:cNvPr>
          <p:cNvSpPr>
            <a:spLocks xmlns:a="http://schemas.openxmlformats.org/drawingml/2006/main" noGrp="1"/>
          </p:cNvSpPr>
          <p:nvPr/>
        </p:nvSpPr>
        <p:spPr>
          <a:xfrm xmlns:a="http://schemas.openxmlformats.org/drawingml/2006/main">
            <a:off x="609600" y="4429125"/>
            <a:ext cx="6572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252638"/>
                </a:solidFill>
                <a:latin typeface="DejaVu Sans"/>
                <a:ea typeface="DejaVu Sans"/>
                <a:cs typeface="DejaVu Sans"/>
              </a:defRPr>
            </a:defPPr>
            <a:lvl1pPr>
              <a:defRPr sz="2250" b="1">
                <a:solidFill>
                  <a:srgbClr val="252638"/>
                </a:solidFill>
                <a:latin typeface="DejaVu Sans"/>
                <a:ea typeface="DejaVu Sans"/>
                <a:cs typeface="DejaVu Sans"/>
              </a:defRPr>
            </a:lvl1pPr>
            <a:lvl2pPr>
              <a:defRPr sz="2250" b="1">
                <a:solidFill>
                  <a:srgbClr val="252638"/>
                </a:solidFill>
                <a:latin typeface="DejaVu Sans"/>
                <a:ea typeface="DejaVu Sans"/>
                <a:cs typeface="DejaVu Sans"/>
              </a:defRPr>
            </a:lvl2pPr>
            <a:lvl3pPr>
              <a:defRPr sz="2250" b="1">
                <a:solidFill>
                  <a:srgbClr val="252638"/>
                </a:solidFill>
                <a:latin typeface="DejaVu Sans"/>
                <a:ea typeface="DejaVu Sans"/>
                <a:cs typeface="DejaVu Sans"/>
              </a:defRPr>
            </a:lvl3pPr>
            <a:lvl4pPr>
              <a:defRPr sz="2250" b="1">
                <a:solidFill>
                  <a:srgbClr val="252638"/>
                </a:solidFill>
                <a:latin typeface="DejaVu Sans"/>
                <a:ea typeface="DejaVu Sans"/>
                <a:cs typeface="DejaVu Sans"/>
              </a:defRPr>
            </a:lvl4pPr>
            <a:lvl5pPr>
              <a:defRPr sz="2250" b="1">
                <a:solidFill>
                  <a:srgbClr val="252638"/>
                </a:solidFill>
                <a:latin typeface="DejaVu Sans"/>
                <a:ea typeface="DejaVu Sans"/>
                <a:cs typeface="DejaVu Sans"/>
              </a:defRPr>
            </a:lvl5pPr>
            <a:lvl6pPr>
              <a:defRPr sz="2250" b="1">
                <a:solidFill>
                  <a:srgbClr val="252638"/>
                </a:solidFill>
                <a:latin typeface="DejaVu Sans"/>
                <a:ea typeface="DejaVu Sans"/>
                <a:cs typeface="DejaVu Sans"/>
              </a:defRPr>
            </a:lvl6pPr>
            <a:lvl7pPr>
              <a:defRPr sz="2250" b="1">
                <a:solidFill>
                  <a:srgbClr val="252638"/>
                </a:solidFill>
                <a:latin typeface="DejaVu Sans"/>
                <a:ea typeface="DejaVu Sans"/>
                <a:cs typeface="DejaVu Sans"/>
              </a:defRPr>
            </a:lvl7pPr>
            <a:lvl8pPr>
              <a:defRPr sz="2250" b="1">
                <a:solidFill>
                  <a:srgbClr val="252638"/>
                </a:solidFill>
                <a:latin typeface="DejaVu Sans"/>
                <a:ea typeface="DejaVu Sans"/>
                <a:cs typeface="DejaVu Sans"/>
              </a:defRPr>
            </a:lvl8pPr>
            <a:lvl9pPr>
              <a:defRPr sz="2250" b="1">
                <a:solidFill>
                  <a:srgbClr val="252638"/>
                </a:solidFill>
                <a:latin typeface="DejaVu Sans"/>
                <a:ea typeface="DejaVu Sans"/>
                <a:cs typeface="DejaVu Sans"/>
              </a:defRPr>
            </a:lvl9pPr>
          </a:lstStyle>
          <a:p xmlns:a="http://schemas.openxmlformats.org/drawingml/2006/main">
            <a:pPr>
              <a:defRPr sz="2250" b="1">
                <a:solidFill>
                  <a:srgbClr val="252638"/>
                </a:solidFill>
                <a:latin typeface="DejaVu Sans"/>
                <a:ea typeface="DejaVu Sans"/>
                <a:cs typeface="DejaVu Sans"/>
              </a:defRPr>
            </a:pPr>
            <a:r>
              <a:rPr sz="2250" b="1">
                <a:solidFill>
                  <a:srgbClr val="252638"/>
                </a:solidFill>
                <a:latin typeface="DejaVu Sans"/>
                <a:ea typeface="DejaVu Sans"/>
                <a:cs typeface="DejaVu Sans"/>
              </a:rPr>
              <a:t>Следующий этап</a:t>
            </a:r>
          </a:p>
        </p:txBody>
      </p:sp>
      <p:sp>
        <p:nvSpPr>
          <p:cNvPr id="7" name="nextbody">
            <a:extLst xmlns:a="http://schemas.openxmlformats.org/drawingml/2006/main">
              <a:ext uri="{FF2B5EF4-FFF2-40B4-BE49-F238E27FC236}">
                <a16:creationId xmlns:a16="http://schemas.microsoft.com/office/drawing/2014/main" id="{FCF464FE-FC59-4CA5-ADEA-9ED3C09F5BAC}"/>
              </a:ext>
            </a:extLst>
          </p:cNvPr>
          <p:cNvSpPr>
            <a:spLocks xmlns:a="http://schemas.openxmlformats.org/drawingml/2006/main" noGrp="1"/>
          </p:cNvSpPr>
          <p:nvPr/>
        </p:nvSpPr>
        <p:spPr>
          <a:xfrm xmlns:a="http://schemas.openxmlformats.org/drawingml/2006/main">
            <a:off x="609600" y="4953000"/>
            <a:ext cx="6572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025" b="0">
                <a:solidFill>
                  <a:srgbClr val="777383"/>
                </a:solidFill>
                <a:latin typeface="DejaVu Sans"/>
                <a:ea typeface="DejaVu Sans"/>
                <a:cs typeface="DejaVu Sans"/>
              </a:defRPr>
            </a:defPPr>
            <a:lvl1pPr>
              <a:defRPr sz="2025" b="0">
                <a:solidFill>
                  <a:srgbClr val="777383"/>
                </a:solidFill>
                <a:latin typeface="DejaVu Sans"/>
                <a:ea typeface="DejaVu Sans"/>
                <a:cs typeface="DejaVu Sans"/>
              </a:defRPr>
            </a:lvl1pPr>
            <a:lvl2pPr>
              <a:defRPr sz="2025" b="0">
                <a:solidFill>
                  <a:srgbClr val="777383"/>
                </a:solidFill>
                <a:latin typeface="DejaVu Sans"/>
                <a:ea typeface="DejaVu Sans"/>
                <a:cs typeface="DejaVu Sans"/>
              </a:defRPr>
            </a:lvl2pPr>
            <a:lvl3pPr>
              <a:defRPr sz="2025" b="0">
                <a:solidFill>
                  <a:srgbClr val="777383"/>
                </a:solidFill>
                <a:latin typeface="DejaVu Sans"/>
                <a:ea typeface="DejaVu Sans"/>
                <a:cs typeface="DejaVu Sans"/>
              </a:defRPr>
            </a:lvl3pPr>
            <a:lvl4pPr>
              <a:defRPr sz="2025" b="0">
                <a:solidFill>
                  <a:srgbClr val="777383"/>
                </a:solidFill>
                <a:latin typeface="DejaVu Sans"/>
                <a:ea typeface="DejaVu Sans"/>
                <a:cs typeface="DejaVu Sans"/>
              </a:defRPr>
            </a:lvl4pPr>
            <a:lvl5pPr>
              <a:defRPr sz="2025" b="0">
                <a:solidFill>
                  <a:srgbClr val="777383"/>
                </a:solidFill>
                <a:latin typeface="DejaVu Sans"/>
                <a:ea typeface="DejaVu Sans"/>
                <a:cs typeface="DejaVu Sans"/>
              </a:defRPr>
            </a:lvl5pPr>
            <a:lvl6pPr>
              <a:defRPr sz="2025" b="0">
                <a:solidFill>
                  <a:srgbClr val="777383"/>
                </a:solidFill>
                <a:latin typeface="DejaVu Sans"/>
                <a:ea typeface="DejaVu Sans"/>
                <a:cs typeface="DejaVu Sans"/>
              </a:defRPr>
            </a:lvl6pPr>
            <a:lvl7pPr>
              <a:defRPr sz="2025" b="0">
                <a:solidFill>
                  <a:srgbClr val="777383"/>
                </a:solidFill>
                <a:latin typeface="DejaVu Sans"/>
                <a:ea typeface="DejaVu Sans"/>
                <a:cs typeface="DejaVu Sans"/>
              </a:defRPr>
            </a:lvl7pPr>
            <a:lvl8pPr>
              <a:defRPr sz="2025" b="0">
                <a:solidFill>
                  <a:srgbClr val="777383"/>
                </a:solidFill>
                <a:latin typeface="DejaVu Sans"/>
                <a:ea typeface="DejaVu Sans"/>
                <a:cs typeface="DejaVu Sans"/>
              </a:defRPr>
            </a:lvl8pPr>
            <a:lvl9pPr>
              <a:defRPr sz="2025" b="0">
                <a:solidFill>
                  <a:srgbClr val="777383"/>
                </a:solidFill>
                <a:latin typeface="DejaVu Sans"/>
                <a:ea typeface="DejaVu Sans"/>
                <a:cs typeface="DejaVu Sans"/>
              </a:defRPr>
            </a:lvl9pPr>
          </a:lstStyle>
          <a:p xmlns:a="http://schemas.openxmlformats.org/drawingml/2006/main">
            <a:pPr>
              <a:defRPr sz="2025" b="0">
                <a:solidFill>
                  <a:srgbClr val="777383"/>
                </a:solidFill>
                <a:latin typeface="DejaVu Sans"/>
                <a:ea typeface="DejaVu Sans"/>
                <a:cs typeface="DejaVu Sans"/>
              </a:defRPr>
            </a:pPr>
            <a:r>
              <a:rPr sz="2025" b="0">
                <a:solidFill>
                  <a:srgbClr val="777383"/>
                </a:solidFill>
                <a:latin typeface="DejaVu Sans"/>
                <a:ea typeface="DejaVu Sans"/>
                <a:cs typeface="DejaVu Sans"/>
              </a:rPr>
              <a:t>Ревью прототипа, модель БД,</a:t>
            </a:r>
          </a:p>
          <a:p xmlns:a="http://schemas.openxmlformats.org/drawingml/2006/main">
            <a:pPr>
              <a:defRPr sz="2025" b="0">
                <a:solidFill>
                  <a:srgbClr val="777383"/>
                </a:solidFill>
                <a:latin typeface="DejaVu Sans"/>
                <a:ea typeface="DejaVu Sans"/>
                <a:cs typeface="DejaVu Sans"/>
              </a:defRPr>
            </a:pPr>
            <a:r>
              <a:rPr sz="2025" b="0">
                <a:solidFill>
                  <a:srgbClr val="777383"/>
                </a:solidFill>
                <a:latin typeface="DejaVu Sans"/>
                <a:ea typeface="DejaVu Sans"/>
                <a:cs typeface="DejaVu Sans"/>
              </a:rPr>
              <a:t>регистрация и серверные права</a:t>
            </a:r>
          </a:p>
        </p:txBody>
      </p:sp>
      <p:pic>
        <p:nvPicPr>
          <p:cNvPr id="8" name="">
            <a:extLst xmlns:a="http://schemas.openxmlformats.org/drawingml/2006/main">
              <a:ext uri="{FF2B5EF4-FFF2-40B4-BE49-F238E27FC236}">
                <a16:creationId xmlns:a16="http://schemas.microsoft.com/office/drawing/2014/main" id="{C5376190-6FB3-4E80-A021-D62852A24DB4}"/>
              </a:ext>
            </a:extLst>
          </p:cNvPr>
          <p:cNvPicPr>
            <a:picLocks xmlns:a="http://schemas.openxmlformats.org/drawingml/2006/main" noChangeAspect="1"/>
          </p:cNvPicPr>
          <p:nvPr/>
        </p:nvPicPr>
        <p:blipFill>
          <a:blip xmlns:r="http://schemas.openxmlformats.org/officeDocument/2006/relationships" xmlns:a="http://schemas.openxmlformats.org/drawingml/2006/main" r:embed="R68fc8246b75649bc"/>
          <a:stretch xmlns:a="http://schemas.openxmlformats.org/drawingml/2006/main"/>
        </p:blipFill>
        <p:spPr>
          <a:xfrm xmlns:a="http://schemas.openxmlformats.org/drawingml/2006/main">
            <a:off x="8125408" y="1809750"/>
            <a:ext cx="3084934" cy="4000500"/>
          </a:xfrm>
          <a:prstGeom xmlns:a="http://schemas.openxmlformats.org/drawingml/2006/main" prst="rect">
            <a:avLst/>
          </a:prstGeom>
        </p:spPr>
      </p:pic>
      <p:sp>
        <p:nvSpPr>
          <p:cNvPr id="9" name="caption">
            <a:extLst xmlns:a="http://schemas.openxmlformats.org/drawingml/2006/main">
              <a:ext uri="{FF2B5EF4-FFF2-40B4-BE49-F238E27FC236}">
                <a16:creationId xmlns:a16="http://schemas.microsoft.com/office/drawing/2014/main" id="{C686AFA9-4AF5-489F-BCE7-DB02502C8CE0}"/>
              </a:ext>
            </a:extLst>
          </p:cNvPr>
          <p:cNvSpPr>
            <a:spLocks xmlns:a="http://schemas.openxmlformats.org/drawingml/2006/main" noGrp="1"/>
          </p:cNvSpPr>
          <p:nvPr/>
        </p:nvSpPr>
        <p:spPr>
          <a:xfrm xmlns:a="http://schemas.openxmlformats.org/drawingml/2006/main">
            <a:off x="8096250" y="5905500"/>
            <a:ext cx="314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777383"/>
                </a:solidFill>
                <a:latin typeface="DejaVu Sans"/>
                <a:ea typeface="DejaVu Sans"/>
                <a:cs typeface="DejaVu Sans"/>
              </a:defRPr>
            </a:defPPr>
            <a:lvl1pPr>
              <a:defRPr sz="1200" b="0">
                <a:solidFill>
                  <a:srgbClr val="777383"/>
                </a:solidFill>
                <a:latin typeface="DejaVu Sans"/>
                <a:ea typeface="DejaVu Sans"/>
                <a:cs typeface="DejaVu Sans"/>
              </a:defRPr>
            </a:lvl1pPr>
            <a:lvl2pPr>
              <a:defRPr sz="1200" b="0">
                <a:solidFill>
                  <a:srgbClr val="777383"/>
                </a:solidFill>
                <a:latin typeface="DejaVu Sans"/>
                <a:ea typeface="DejaVu Sans"/>
                <a:cs typeface="DejaVu Sans"/>
              </a:defRPr>
            </a:lvl2pPr>
            <a:lvl3pPr>
              <a:defRPr sz="1200" b="0">
                <a:solidFill>
                  <a:srgbClr val="777383"/>
                </a:solidFill>
                <a:latin typeface="DejaVu Sans"/>
                <a:ea typeface="DejaVu Sans"/>
                <a:cs typeface="DejaVu Sans"/>
              </a:defRPr>
            </a:lvl3pPr>
            <a:lvl4pPr>
              <a:defRPr sz="1200" b="0">
                <a:solidFill>
                  <a:srgbClr val="777383"/>
                </a:solidFill>
                <a:latin typeface="DejaVu Sans"/>
                <a:ea typeface="DejaVu Sans"/>
                <a:cs typeface="DejaVu Sans"/>
              </a:defRPr>
            </a:lvl4pPr>
            <a:lvl5pPr>
              <a:defRPr sz="1200" b="0">
                <a:solidFill>
                  <a:srgbClr val="777383"/>
                </a:solidFill>
                <a:latin typeface="DejaVu Sans"/>
                <a:ea typeface="DejaVu Sans"/>
                <a:cs typeface="DejaVu Sans"/>
              </a:defRPr>
            </a:lvl5pPr>
            <a:lvl6pPr>
              <a:defRPr sz="1200" b="0">
                <a:solidFill>
                  <a:srgbClr val="777383"/>
                </a:solidFill>
                <a:latin typeface="DejaVu Sans"/>
                <a:ea typeface="DejaVu Sans"/>
                <a:cs typeface="DejaVu Sans"/>
              </a:defRPr>
            </a:lvl6pPr>
            <a:lvl7pPr>
              <a:defRPr sz="1200" b="0">
                <a:solidFill>
                  <a:srgbClr val="777383"/>
                </a:solidFill>
                <a:latin typeface="DejaVu Sans"/>
                <a:ea typeface="DejaVu Sans"/>
                <a:cs typeface="DejaVu Sans"/>
              </a:defRPr>
            </a:lvl7pPr>
            <a:lvl8pPr>
              <a:defRPr sz="1200" b="0">
                <a:solidFill>
                  <a:srgbClr val="777383"/>
                </a:solidFill>
                <a:latin typeface="DejaVu Sans"/>
                <a:ea typeface="DejaVu Sans"/>
                <a:cs typeface="DejaVu Sans"/>
              </a:defRPr>
            </a:lvl8pPr>
            <a:lvl9pPr>
              <a:defRPr sz="1200" b="0">
                <a:solidFill>
                  <a:srgbClr val="777383"/>
                </a:solidFill>
                <a:latin typeface="DejaVu Sans"/>
                <a:ea typeface="DejaVu Sans"/>
                <a:cs typeface="DejaVu Sans"/>
              </a:defRPr>
            </a:lvl9pPr>
          </a:lstStyle>
          <a:p xmlns:a="http://schemas.openxmlformats.org/drawingml/2006/main">
            <a:pPr>
              <a:defRPr sz="1200" b="0">
                <a:solidFill>
                  <a:srgbClr val="777383"/>
                </a:solidFill>
                <a:latin typeface="DejaVu Sans"/>
                <a:ea typeface="DejaVu Sans"/>
                <a:cs typeface="DejaVu Sans"/>
              </a:defRPr>
            </a:pPr>
            <a:r>
              <a:rPr sz="1200" b="0">
                <a:solidFill>
                  <a:srgbClr val="777383"/>
                </a:solidFill>
                <a:latin typeface="DejaVu Sans"/>
                <a:ea typeface="DejaVu Sans"/>
                <a:cs typeface="DejaVu Sans"/>
              </a:rPr>
              <a:t>Исходный макет Figma</a:t>
            </a:r>
          </a:p>
        </p:txBody>
      </p:sp>
    </p:spTree>
    <p:extLst>
      <p:ext uri="{BB962C8B-B14F-4D97-AF65-F5344CB8AC3E}">
        <p14:creationId xmlns:p14="http://schemas.microsoft.com/office/powerpoint/2010/main" val="1502936687"/>
      </p:ext>
    </p:extLst>
  </p:cSld>
</p:sld>
</file>

<file path=ppt/slides/slide5.xml><?xml version="1.0" encoding="utf-8"?>
<p:sld xmlns:p="http://schemas.openxmlformats.org/presentationml/2006/main">
  <p:cSld>
    <p:bg>
      <p:bgPr>
        <a:solidFill xmlns:a="http://schemas.openxmlformats.org/drawingml/2006/main">
          <a:srgbClr val="FAF9FF"/>
        </a:solidFill>
      </p:bgPr>
    </p:bg>
    <p:spTree>
      <p:nvGrpSpPr>
        <p:cNvPr id="1" name=""/>
        <p:cNvGrpSpPr/>
        <p:nvPr/>
      </p:nvGrpSpPr>
      <p:grpSpPr>
        <a:xfrm xmlns:a="http://schemas.openxmlformats.org/drawingml/2006/main"/>
      </p:grpSpPr>
      <p:sp>
        <p:nvSpPr>
          <p:cNvPr id="20" name="series">
            <a:extLst xmlns:a="http://schemas.openxmlformats.org/drawingml/2006/main">
              <a:ext uri="{FF2B5EF4-FFF2-40B4-BE49-F238E27FC236}">
                <a16:creationId xmlns:a16="http://schemas.microsoft.com/office/drawing/2014/main" id="{DB7064B7-EAC8-4761-8AA3-D5B8838112FE}"/>
              </a:ext>
            </a:extLst>
          </p:cNvPr>
          <p:cNvSpPr>
            <a:spLocks xmlns:a="http://schemas.openxmlformats.org/drawingml/2006/main" noGrp="1"/>
          </p:cNvSpPr>
          <p:nvPr/>
        </p:nvSpPr>
        <p:spPr>
          <a:xfrm xmlns:a="http://schemas.openxmlformats.org/drawingml/2006/main">
            <a:off x="609600" y="285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125" b="1">
                <a:solidFill>
                  <a:srgbClr val="6145E6"/>
                </a:solidFill>
                <a:latin typeface="DejaVu Sans"/>
                <a:ea typeface="DejaVu Sans"/>
                <a:cs typeface="DejaVu Sans"/>
              </a:defRPr>
            </a:defPPr>
            <a:lvl1pPr>
              <a:defRPr sz="1125" b="1">
                <a:solidFill>
                  <a:srgbClr val="6145E6"/>
                </a:solidFill>
                <a:latin typeface="DejaVu Sans"/>
                <a:ea typeface="DejaVu Sans"/>
                <a:cs typeface="DejaVu Sans"/>
              </a:defRPr>
            </a:lvl1pPr>
            <a:lvl2pPr>
              <a:defRPr sz="1125" b="1">
                <a:solidFill>
                  <a:srgbClr val="6145E6"/>
                </a:solidFill>
                <a:latin typeface="DejaVu Sans"/>
                <a:ea typeface="DejaVu Sans"/>
                <a:cs typeface="DejaVu Sans"/>
              </a:defRPr>
            </a:lvl2pPr>
            <a:lvl3pPr>
              <a:defRPr sz="1125" b="1">
                <a:solidFill>
                  <a:srgbClr val="6145E6"/>
                </a:solidFill>
                <a:latin typeface="DejaVu Sans"/>
                <a:ea typeface="DejaVu Sans"/>
                <a:cs typeface="DejaVu Sans"/>
              </a:defRPr>
            </a:lvl3pPr>
            <a:lvl4pPr>
              <a:defRPr sz="1125" b="1">
                <a:solidFill>
                  <a:srgbClr val="6145E6"/>
                </a:solidFill>
                <a:latin typeface="DejaVu Sans"/>
                <a:ea typeface="DejaVu Sans"/>
                <a:cs typeface="DejaVu Sans"/>
              </a:defRPr>
            </a:lvl4pPr>
            <a:lvl5pPr>
              <a:defRPr sz="1125" b="1">
                <a:solidFill>
                  <a:srgbClr val="6145E6"/>
                </a:solidFill>
                <a:latin typeface="DejaVu Sans"/>
                <a:ea typeface="DejaVu Sans"/>
                <a:cs typeface="DejaVu Sans"/>
              </a:defRPr>
            </a:lvl5pPr>
            <a:lvl6pPr>
              <a:defRPr sz="1125" b="1">
                <a:solidFill>
                  <a:srgbClr val="6145E6"/>
                </a:solidFill>
                <a:latin typeface="DejaVu Sans"/>
                <a:ea typeface="DejaVu Sans"/>
                <a:cs typeface="DejaVu Sans"/>
              </a:defRPr>
            </a:lvl6pPr>
            <a:lvl7pPr>
              <a:defRPr sz="1125" b="1">
                <a:solidFill>
                  <a:srgbClr val="6145E6"/>
                </a:solidFill>
                <a:latin typeface="DejaVu Sans"/>
                <a:ea typeface="DejaVu Sans"/>
                <a:cs typeface="DejaVu Sans"/>
              </a:defRPr>
            </a:lvl7pPr>
            <a:lvl8pPr>
              <a:defRPr sz="1125" b="1">
                <a:solidFill>
                  <a:srgbClr val="6145E6"/>
                </a:solidFill>
                <a:latin typeface="DejaVu Sans"/>
                <a:ea typeface="DejaVu Sans"/>
                <a:cs typeface="DejaVu Sans"/>
              </a:defRPr>
            </a:lvl8pPr>
            <a:lvl9pPr>
              <a:defRPr sz="1125" b="1">
                <a:solidFill>
                  <a:srgbClr val="6145E6"/>
                </a:solidFill>
                <a:latin typeface="DejaVu Sans"/>
                <a:ea typeface="DejaVu Sans"/>
                <a:cs typeface="DejaVu Sans"/>
              </a:defRPr>
            </a:lvl9pPr>
          </a:lstStyle>
          <a:p xmlns:a="http://schemas.openxmlformats.org/drawingml/2006/main">
            <a:pPr>
              <a:defRPr sz="1125" b="1">
                <a:solidFill>
                  <a:srgbClr val="6145E6"/>
                </a:solidFill>
                <a:latin typeface="DejaVu Sans"/>
                <a:ea typeface="DejaVu Sans"/>
                <a:cs typeface="DejaVu Sans"/>
              </a:defRPr>
            </a:pPr>
            <a:r>
              <a:rPr sz="1125" b="1">
                <a:solidFill>
                  <a:srgbClr val="6145E6"/>
                </a:solidFill>
                <a:latin typeface="DejaVu Sans"/>
                <a:ea typeface="DejaVu Sans"/>
                <a:cs typeface="DejaVu Sans"/>
              </a:rPr>
              <a:t>ОНЛАЙН КУРСЫ / УЧЕБНЫЙ ПРОЕКТ</a:t>
            </a:r>
          </a:p>
        </p:txBody>
      </p:sp>
      <p:sp>
        <p:nvSpPr>
          <p:cNvPr id="2" name="title">
            <a:extLst xmlns:a="http://schemas.openxmlformats.org/drawingml/2006/main">
              <a:ext uri="{FF2B5EF4-FFF2-40B4-BE49-F238E27FC236}">
                <a16:creationId xmlns:a16="http://schemas.microsoft.com/office/drawing/2014/main" id="{3C0113B9-3463-4131-8724-26A84A0BED11}"/>
              </a:ext>
            </a:extLst>
          </p:cNvPr>
          <p:cNvSpPr>
            <a:spLocks xmlns:a="http://schemas.openxmlformats.org/drawingml/2006/main" noGrp="1"/>
          </p:cNvSpPr>
          <p:nvPr/>
        </p:nvSpPr>
        <p:spPr>
          <a:xfrm xmlns:a="http://schemas.openxmlformats.org/drawingml/2006/main">
            <a:off x="609600" y="8953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600" b="1">
                <a:solidFill>
                  <a:srgbClr val="252638"/>
                </a:solidFill>
                <a:latin typeface="DejaVu Sans"/>
                <a:ea typeface="DejaVu Sans"/>
                <a:cs typeface="DejaVu Sans"/>
              </a:defRPr>
            </a:defPPr>
            <a:lvl1pPr>
              <a:defRPr sz="3600" b="1">
                <a:solidFill>
                  <a:srgbClr val="252638"/>
                </a:solidFill>
                <a:latin typeface="DejaVu Sans"/>
                <a:ea typeface="DejaVu Sans"/>
                <a:cs typeface="DejaVu Sans"/>
              </a:defRPr>
            </a:lvl1pPr>
            <a:lvl2pPr>
              <a:defRPr sz="3600" b="1">
                <a:solidFill>
                  <a:srgbClr val="252638"/>
                </a:solidFill>
                <a:latin typeface="DejaVu Sans"/>
                <a:ea typeface="DejaVu Sans"/>
                <a:cs typeface="DejaVu Sans"/>
              </a:defRPr>
            </a:lvl2pPr>
            <a:lvl3pPr>
              <a:defRPr sz="3600" b="1">
                <a:solidFill>
                  <a:srgbClr val="252638"/>
                </a:solidFill>
                <a:latin typeface="DejaVu Sans"/>
                <a:ea typeface="DejaVu Sans"/>
                <a:cs typeface="DejaVu Sans"/>
              </a:defRPr>
            </a:lvl3pPr>
            <a:lvl4pPr>
              <a:defRPr sz="3600" b="1">
                <a:solidFill>
                  <a:srgbClr val="252638"/>
                </a:solidFill>
                <a:latin typeface="DejaVu Sans"/>
                <a:ea typeface="DejaVu Sans"/>
                <a:cs typeface="DejaVu Sans"/>
              </a:defRPr>
            </a:lvl4pPr>
            <a:lvl5pPr>
              <a:defRPr sz="3600" b="1">
                <a:solidFill>
                  <a:srgbClr val="252638"/>
                </a:solidFill>
                <a:latin typeface="DejaVu Sans"/>
                <a:ea typeface="DejaVu Sans"/>
                <a:cs typeface="DejaVu Sans"/>
              </a:defRPr>
            </a:lvl5pPr>
            <a:lvl6pPr>
              <a:defRPr sz="3600" b="1">
                <a:solidFill>
                  <a:srgbClr val="252638"/>
                </a:solidFill>
                <a:latin typeface="DejaVu Sans"/>
                <a:ea typeface="DejaVu Sans"/>
                <a:cs typeface="DejaVu Sans"/>
              </a:defRPr>
            </a:lvl6pPr>
            <a:lvl7pPr>
              <a:defRPr sz="3600" b="1">
                <a:solidFill>
                  <a:srgbClr val="252638"/>
                </a:solidFill>
                <a:latin typeface="DejaVu Sans"/>
                <a:ea typeface="DejaVu Sans"/>
                <a:cs typeface="DejaVu Sans"/>
              </a:defRPr>
            </a:lvl7pPr>
            <a:lvl8pPr>
              <a:defRPr sz="3600" b="1">
                <a:solidFill>
                  <a:srgbClr val="252638"/>
                </a:solidFill>
                <a:latin typeface="DejaVu Sans"/>
                <a:ea typeface="DejaVu Sans"/>
                <a:cs typeface="DejaVu Sans"/>
              </a:defRPr>
            </a:lvl8pPr>
            <a:lvl9pPr>
              <a:defRPr sz="3600" b="1">
                <a:solidFill>
                  <a:srgbClr val="252638"/>
                </a:solidFill>
                <a:latin typeface="DejaVu Sans"/>
                <a:ea typeface="DejaVu Sans"/>
                <a:cs typeface="DejaVu Sans"/>
              </a:defRPr>
            </a:lvl9pPr>
          </a:lstStyle>
          <a:p xmlns:a="http://schemas.openxmlformats.org/drawingml/2006/main">
            <a:pPr>
              <a:defRPr sz="3600" b="1">
                <a:solidFill>
                  <a:srgbClr val="252638"/>
                </a:solidFill>
                <a:latin typeface="DejaVu Sans"/>
                <a:ea typeface="DejaVu Sans"/>
                <a:cs typeface="DejaVu Sans"/>
              </a:defRPr>
            </a:pPr>
            <a:r>
              <a:rPr sz="3600" b="1">
                <a:solidFill>
                  <a:srgbClr val="252638"/>
                </a:solidFill>
                <a:latin typeface="DejaVu Sans"/>
                <a:ea typeface="DejaVu Sans"/>
                <a:cs typeface="DejaVu Sans"/>
              </a:rPr>
              <a:t>Новый план недели: 11 SP</a:t>
            </a:r>
          </a:p>
        </p:txBody>
      </p:sp>
      <p:sp>
        <p:nvSpPr>
          <p:cNvPr id="3" name="page">
            <a:extLst xmlns:a="http://schemas.openxmlformats.org/drawingml/2006/main">
              <a:ext uri="{FF2B5EF4-FFF2-40B4-BE49-F238E27FC236}">
                <a16:creationId xmlns:a16="http://schemas.microsoft.com/office/drawing/2014/main" id="{47F69C8E-8E09-4A38-BD97-E1FE98F3DEAE}"/>
              </a:ext>
            </a:extLst>
          </p:cNvPr>
          <p:cNvSpPr>
            <a:spLocks xmlns:a="http://schemas.openxmlformats.org/drawingml/2006/main" noGrp="1"/>
          </p:cNvSpPr>
          <p:nvPr/>
        </p:nvSpPr>
        <p:spPr>
          <a:xfrm xmlns:a="http://schemas.openxmlformats.org/drawingml/2006/main">
            <a:off x="11049000" y="6286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858393"/>
                </a:solidFill>
                <a:latin typeface="DejaVu Sans"/>
                <a:ea typeface="DejaVu Sans"/>
                <a:cs typeface="DejaVu Sans"/>
              </a:defRPr>
            </a:defPPr>
            <a:lvl1pPr>
              <a:defRPr sz="1200" b="0">
                <a:solidFill>
                  <a:srgbClr val="858393"/>
                </a:solidFill>
                <a:latin typeface="DejaVu Sans"/>
                <a:ea typeface="DejaVu Sans"/>
                <a:cs typeface="DejaVu Sans"/>
              </a:defRPr>
            </a:lvl1pPr>
            <a:lvl2pPr>
              <a:defRPr sz="1200" b="0">
                <a:solidFill>
                  <a:srgbClr val="858393"/>
                </a:solidFill>
                <a:latin typeface="DejaVu Sans"/>
                <a:ea typeface="DejaVu Sans"/>
                <a:cs typeface="DejaVu Sans"/>
              </a:defRPr>
            </a:lvl2pPr>
            <a:lvl3pPr>
              <a:defRPr sz="1200" b="0">
                <a:solidFill>
                  <a:srgbClr val="858393"/>
                </a:solidFill>
                <a:latin typeface="DejaVu Sans"/>
                <a:ea typeface="DejaVu Sans"/>
                <a:cs typeface="DejaVu Sans"/>
              </a:defRPr>
            </a:lvl3pPr>
            <a:lvl4pPr>
              <a:defRPr sz="1200" b="0">
                <a:solidFill>
                  <a:srgbClr val="858393"/>
                </a:solidFill>
                <a:latin typeface="DejaVu Sans"/>
                <a:ea typeface="DejaVu Sans"/>
                <a:cs typeface="DejaVu Sans"/>
              </a:defRPr>
            </a:lvl4pPr>
            <a:lvl5pPr>
              <a:defRPr sz="1200" b="0">
                <a:solidFill>
                  <a:srgbClr val="858393"/>
                </a:solidFill>
                <a:latin typeface="DejaVu Sans"/>
                <a:ea typeface="DejaVu Sans"/>
                <a:cs typeface="DejaVu Sans"/>
              </a:defRPr>
            </a:lvl5pPr>
            <a:lvl6pPr>
              <a:defRPr sz="1200" b="0">
                <a:solidFill>
                  <a:srgbClr val="858393"/>
                </a:solidFill>
                <a:latin typeface="DejaVu Sans"/>
                <a:ea typeface="DejaVu Sans"/>
                <a:cs typeface="DejaVu Sans"/>
              </a:defRPr>
            </a:lvl6pPr>
            <a:lvl7pPr>
              <a:defRPr sz="1200" b="0">
                <a:solidFill>
                  <a:srgbClr val="858393"/>
                </a:solidFill>
                <a:latin typeface="DejaVu Sans"/>
                <a:ea typeface="DejaVu Sans"/>
                <a:cs typeface="DejaVu Sans"/>
              </a:defRPr>
            </a:lvl7pPr>
            <a:lvl8pPr>
              <a:defRPr sz="1200" b="0">
                <a:solidFill>
                  <a:srgbClr val="858393"/>
                </a:solidFill>
                <a:latin typeface="DejaVu Sans"/>
                <a:ea typeface="DejaVu Sans"/>
                <a:cs typeface="DejaVu Sans"/>
              </a:defRPr>
            </a:lvl8pPr>
            <a:lvl9pPr>
              <a:defRPr sz="1200" b="0">
                <a:solidFill>
                  <a:srgbClr val="858393"/>
                </a:solidFill>
                <a:latin typeface="DejaVu Sans"/>
                <a:ea typeface="DejaVu Sans"/>
                <a:cs typeface="DejaVu Sans"/>
              </a:defRPr>
            </a:lvl9pPr>
          </a:lstStyle>
          <a:p xmlns:a="http://schemas.openxmlformats.org/drawingml/2006/main">
            <a:pPr>
              <a:defRPr sz="1200" b="0">
                <a:solidFill>
                  <a:srgbClr val="858393"/>
                </a:solidFill>
                <a:latin typeface="DejaVu Sans"/>
                <a:ea typeface="DejaVu Sans"/>
                <a:cs typeface="DejaVu Sans"/>
              </a:defRPr>
            </a:pPr>
            <a:r>
              <a:rPr sz="1200" b="0">
                <a:solidFill>
                  <a:srgbClr val="858393"/>
                </a:solidFill>
                <a:latin typeface="DejaVu Sans"/>
                <a:ea typeface="DejaVu Sans"/>
                <a:cs typeface="DejaVu Sans"/>
              </a:rPr>
              <a:t>05</a:t>
            </a:r>
          </a:p>
        </p:txBody>
      </p:sp>
      <p:sp>
        <p:nvSpPr>
          <p:cNvPr id="4" name="task0">
            <a:extLst xmlns:a="http://schemas.openxmlformats.org/drawingml/2006/main">
              <a:ext uri="{FF2B5EF4-FFF2-40B4-BE49-F238E27FC236}">
                <a16:creationId xmlns:a16="http://schemas.microsoft.com/office/drawing/2014/main" id="{CF602929-47CC-4FD5-BBC8-D866DE02792B}"/>
              </a:ext>
            </a:extLst>
          </p:cNvPr>
          <p:cNvSpPr>
            <a:spLocks xmlns:a="http://schemas.openxmlformats.org/drawingml/2006/main" noGrp="1"/>
          </p:cNvSpPr>
          <p:nvPr/>
        </p:nvSpPr>
        <p:spPr>
          <a:xfrm xmlns:a="http://schemas.openxmlformats.org/drawingml/2006/main">
            <a:off x="609600" y="2143125"/>
            <a:ext cx="552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ТЗ 2.0</a:t>
            </a:r>
          </a:p>
        </p:txBody>
      </p:sp>
      <p:sp>
        <p:nvSpPr>
          <p:cNvPr id="5" name="owner0">
            <a:extLst xmlns:a="http://schemas.openxmlformats.org/drawingml/2006/main">
              <a:ext uri="{FF2B5EF4-FFF2-40B4-BE49-F238E27FC236}">
                <a16:creationId xmlns:a16="http://schemas.microsoft.com/office/drawing/2014/main" id="{9089E141-1DC1-4F36-A5CD-5DE751FE5ED0}"/>
              </a:ext>
            </a:extLst>
          </p:cNvPr>
          <p:cNvSpPr>
            <a:spLocks xmlns:a="http://schemas.openxmlformats.org/drawingml/2006/main" noGrp="1"/>
          </p:cNvSpPr>
          <p:nvPr/>
        </p:nvSpPr>
        <p:spPr>
          <a:xfrm xmlns:a="http://schemas.openxmlformats.org/drawingml/2006/main">
            <a:off x="6477000" y="21431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77383"/>
                </a:solidFill>
                <a:latin typeface="DejaVu Sans"/>
                <a:ea typeface="DejaVu Sans"/>
                <a:cs typeface="DejaVu Sans"/>
              </a:defRPr>
            </a:defPPr>
            <a:lvl1pPr>
              <a:defRPr sz="1950" b="0">
                <a:solidFill>
                  <a:srgbClr val="777383"/>
                </a:solidFill>
                <a:latin typeface="DejaVu Sans"/>
                <a:ea typeface="DejaVu Sans"/>
                <a:cs typeface="DejaVu Sans"/>
              </a:defRPr>
            </a:lvl1pPr>
            <a:lvl2pPr>
              <a:defRPr sz="1950" b="0">
                <a:solidFill>
                  <a:srgbClr val="777383"/>
                </a:solidFill>
                <a:latin typeface="DejaVu Sans"/>
                <a:ea typeface="DejaVu Sans"/>
                <a:cs typeface="DejaVu Sans"/>
              </a:defRPr>
            </a:lvl2pPr>
            <a:lvl3pPr>
              <a:defRPr sz="1950" b="0">
                <a:solidFill>
                  <a:srgbClr val="777383"/>
                </a:solidFill>
                <a:latin typeface="DejaVu Sans"/>
                <a:ea typeface="DejaVu Sans"/>
                <a:cs typeface="DejaVu Sans"/>
              </a:defRPr>
            </a:lvl3pPr>
            <a:lvl4pPr>
              <a:defRPr sz="1950" b="0">
                <a:solidFill>
                  <a:srgbClr val="777383"/>
                </a:solidFill>
                <a:latin typeface="DejaVu Sans"/>
                <a:ea typeface="DejaVu Sans"/>
                <a:cs typeface="DejaVu Sans"/>
              </a:defRPr>
            </a:lvl4pPr>
            <a:lvl5pPr>
              <a:defRPr sz="1950" b="0">
                <a:solidFill>
                  <a:srgbClr val="777383"/>
                </a:solidFill>
                <a:latin typeface="DejaVu Sans"/>
                <a:ea typeface="DejaVu Sans"/>
                <a:cs typeface="DejaVu Sans"/>
              </a:defRPr>
            </a:lvl5pPr>
            <a:lvl6pPr>
              <a:defRPr sz="1950" b="0">
                <a:solidFill>
                  <a:srgbClr val="777383"/>
                </a:solidFill>
                <a:latin typeface="DejaVu Sans"/>
                <a:ea typeface="DejaVu Sans"/>
                <a:cs typeface="DejaVu Sans"/>
              </a:defRPr>
            </a:lvl6pPr>
            <a:lvl7pPr>
              <a:defRPr sz="1950" b="0">
                <a:solidFill>
                  <a:srgbClr val="777383"/>
                </a:solidFill>
                <a:latin typeface="DejaVu Sans"/>
                <a:ea typeface="DejaVu Sans"/>
                <a:cs typeface="DejaVu Sans"/>
              </a:defRPr>
            </a:lvl7pPr>
            <a:lvl8pPr>
              <a:defRPr sz="1950" b="0">
                <a:solidFill>
                  <a:srgbClr val="777383"/>
                </a:solidFill>
                <a:latin typeface="DejaVu Sans"/>
                <a:ea typeface="DejaVu Sans"/>
                <a:cs typeface="DejaVu Sans"/>
              </a:defRPr>
            </a:lvl8pPr>
            <a:lvl9pPr>
              <a:defRPr sz="1950" b="0">
                <a:solidFill>
                  <a:srgbClr val="777383"/>
                </a:solidFill>
                <a:latin typeface="DejaVu Sans"/>
                <a:ea typeface="DejaVu Sans"/>
                <a:cs typeface="DejaVu Sans"/>
              </a:defRPr>
            </a:lvl9pPr>
          </a:lstStyle>
          <a:p xmlns:a="http://schemas.openxmlformats.org/drawingml/2006/main">
            <a:pPr>
              <a:defRPr sz="1950" b="0">
                <a:solidFill>
                  <a:srgbClr val="777383"/>
                </a:solidFill>
                <a:latin typeface="DejaVu Sans"/>
                <a:ea typeface="DejaVu Sans"/>
                <a:cs typeface="DejaVu Sans"/>
              </a:defRPr>
            </a:pPr>
            <a:r>
              <a:rPr sz="1950" b="0">
                <a:solidFill>
                  <a:srgbClr val="777383"/>
                </a:solidFill>
                <a:latin typeface="DejaVu Sans"/>
                <a:ea typeface="DejaVu Sans"/>
                <a:cs typeface="DejaVu Sans"/>
              </a:rPr>
              <a:t>Илья</a:t>
            </a:r>
          </a:p>
        </p:txBody>
      </p:sp>
      <p:sp>
        <p:nvSpPr>
          <p:cNvPr id="6" name="sp0">
            <a:extLst xmlns:a="http://schemas.openxmlformats.org/drawingml/2006/main">
              <a:ext uri="{FF2B5EF4-FFF2-40B4-BE49-F238E27FC236}">
                <a16:creationId xmlns:a16="http://schemas.microsoft.com/office/drawing/2014/main" id="{DFAC421C-63E5-49A1-9183-358DEB936D98}"/>
              </a:ext>
            </a:extLst>
          </p:cNvPr>
          <p:cNvSpPr>
            <a:spLocks xmlns:a="http://schemas.openxmlformats.org/drawingml/2006/main" noGrp="1"/>
          </p:cNvSpPr>
          <p:nvPr/>
        </p:nvSpPr>
        <p:spPr>
          <a:xfrm xmlns:a="http://schemas.openxmlformats.org/drawingml/2006/main">
            <a:off x="10001250" y="21431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6145E6"/>
                </a:solidFill>
                <a:latin typeface="DejaVu Sans"/>
                <a:ea typeface="DejaVu Sans"/>
                <a:cs typeface="DejaVu Sans"/>
              </a:defRPr>
            </a:defPPr>
            <a:lvl1pPr>
              <a:defRPr sz="2100" b="1">
                <a:solidFill>
                  <a:srgbClr val="6145E6"/>
                </a:solidFill>
                <a:latin typeface="DejaVu Sans"/>
                <a:ea typeface="DejaVu Sans"/>
                <a:cs typeface="DejaVu Sans"/>
              </a:defRPr>
            </a:lvl1pPr>
            <a:lvl2pPr>
              <a:defRPr sz="2100" b="1">
                <a:solidFill>
                  <a:srgbClr val="6145E6"/>
                </a:solidFill>
                <a:latin typeface="DejaVu Sans"/>
                <a:ea typeface="DejaVu Sans"/>
                <a:cs typeface="DejaVu Sans"/>
              </a:defRPr>
            </a:lvl2pPr>
            <a:lvl3pPr>
              <a:defRPr sz="2100" b="1">
                <a:solidFill>
                  <a:srgbClr val="6145E6"/>
                </a:solidFill>
                <a:latin typeface="DejaVu Sans"/>
                <a:ea typeface="DejaVu Sans"/>
                <a:cs typeface="DejaVu Sans"/>
              </a:defRPr>
            </a:lvl3pPr>
            <a:lvl4pPr>
              <a:defRPr sz="2100" b="1">
                <a:solidFill>
                  <a:srgbClr val="6145E6"/>
                </a:solidFill>
                <a:latin typeface="DejaVu Sans"/>
                <a:ea typeface="DejaVu Sans"/>
                <a:cs typeface="DejaVu Sans"/>
              </a:defRPr>
            </a:lvl4pPr>
            <a:lvl5pPr>
              <a:defRPr sz="2100" b="1">
                <a:solidFill>
                  <a:srgbClr val="6145E6"/>
                </a:solidFill>
                <a:latin typeface="DejaVu Sans"/>
                <a:ea typeface="DejaVu Sans"/>
                <a:cs typeface="DejaVu Sans"/>
              </a:defRPr>
            </a:lvl5pPr>
            <a:lvl6pPr>
              <a:defRPr sz="2100" b="1">
                <a:solidFill>
                  <a:srgbClr val="6145E6"/>
                </a:solidFill>
                <a:latin typeface="DejaVu Sans"/>
                <a:ea typeface="DejaVu Sans"/>
                <a:cs typeface="DejaVu Sans"/>
              </a:defRPr>
            </a:lvl6pPr>
            <a:lvl7pPr>
              <a:defRPr sz="2100" b="1">
                <a:solidFill>
                  <a:srgbClr val="6145E6"/>
                </a:solidFill>
                <a:latin typeface="DejaVu Sans"/>
                <a:ea typeface="DejaVu Sans"/>
                <a:cs typeface="DejaVu Sans"/>
              </a:defRPr>
            </a:lvl7pPr>
            <a:lvl8pPr>
              <a:defRPr sz="2100" b="1">
                <a:solidFill>
                  <a:srgbClr val="6145E6"/>
                </a:solidFill>
                <a:latin typeface="DejaVu Sans"/>
                <a:ea typeface="DejaVu Sans"/>
                <a:cs typeface="DejaVu Sans"/>
              </a:defRPr>
            </a:lvl8pPr>
            <a:lvl9pPr>
              <a:defRPr sz="2100" b="1">
                <a:solidFill>
                  <a:srgbClr val="6145E6"/>
                </a:solidFill>
                <a:latin typeface="DejaVu Sans"/>
                <a:ea typeface="DejaVu Sans"/>
                <a:cs typeface="DejaVu Sans"/>
              </a:defRPr>
            </a:lvl9pPr>
          </a:lstStyle>
          <a:p xmlns:a="http://schemas.openxmlformats.org/drawingml/2006/main">
            <a:pPr>
              <a:defRPr sz="2100" b="1">
                <a:solidFill>
                  <a:srgbClr val="6145E6"/>
                </a:solidFill>
                <a:latin typeface="DejaVu Sans"/>
                <a:ea typeface="DejaVu Sans"/>
                <a:cs typeface="DejaVu Sans"/>
              </a:defRPr>
            </a:pPr>
            <a:r>
              <a:rPr sz="2100" b="1">
                <a:solidFill>
                  <a:srgbClr val="6145E6"/>
                </a:solidFill>
                <a:latin typeface="DejaVu Sans"/>
                <a:ea typeface="DejaVu Sans"/>
                <a:cs typeface="DejaVu Sans"/>
              </a:rPr>
              <a:t>3 SP</a:t>
            </a:r>
          </a:p>
        </p:txBody>
      </p:sp>
      <p:sp>
        <p:nvSpPr>
          <p:cNvPr id="7" name="task1">
            <a:extLst xmlns:a="http://schemas.openxmlformats.org/drawingml/2006/main">
              <a:ext uri="{FF2B5EF4-FFF2-40B4-BE49-F238E27FC236}">
                <a16:creationId xmlns:a16="http://schemas.microsoft.com/office/drawing/2014/main" id="{54A0D880-8D6A-4F94-A972-AE4E80C46A65}"/>
              </a:ext>
            </a:extLst>
          </p:cNvPr>
          <p:cNvSpPr>
            <a:spLocks xmlns:a="http://schemas.openxmlformats.org/drawingml/2006/main" noGrp="1"/>
          </p:cNvSpPr>
          <p:nvPr/>
        </p:nvSpPr>
        <p:spPr>
          <a:xfrm xmlns:a="http://schemas.openxmlformats.org/drawingml/2006/main">
            <a:off x="609600" y="2828925"/>
            <a:ext cx="552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Связи и план Trello</a:t>
            </a:r>
          </a:p>
        </p:txBody>
      </p:sp>
      <p:sp>
        <p:nvSpPr>
          <p:cNvPr id="8" name="owner1">
            <a:extLst xmlns:a="http://schemas.openxmlformats.org/drawingml/2006/main">
              <a:ext uri="{FF2B5EF4-FFF2-40B4-BE49-F238E27FC236}">
                <a16:creationId xmlns:a16="http://schemas.microsoft.com/office/drawing/2014/main" id="{672DD9C5-83BE-4CE4-B079-4206C117B185}"/>
              </a:ext>
            </a:extLst>
          </p:cNvPr>
          <p:cNvSpPr>
            <a:spLocks xmlns:a="http://schemas.openxmlformats.org/drawingml/2006/main" noGrp="1"/>
          </p:cNvSpPr>
          <p:nvPr/>
        </p:nvSpPr>
        <p:spPr>
          <a:xfrm xmlns:a="http://schemas.openxmlformats.org/drawingml/2006/main">
            <a:off x="6477000" y="28289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77383"/>
                </a:solidFill>
                <a:latin typeface="DejaVu Sans"/>
                <a:ea typeface="DejaVu Sans"/>
                <a:cs typeface="DejaVu Sans"/>
              </a:defRPr>
            </a:defPPr>
            <a:lvl1pPr>
              <a:defRPr sz="1950" b="0">
                <a:solidFill>
                  <a:srgbClr val="777383"/>
                </a:solidFill>
                <a:latin typeface="DejaVu Sans"/>
                <a:ea typeface="DejaVu Sans"/>
                <a:cs typeface="DejaVu Sans"/>
              </a:defRPr>
            </a:lvl1pPr>
            <a:lvl2pPr>
              <a:defRPr sz="1950" b="0">
                <a:solidFill>
                  <a:srgbClr val="777383"/>
                </a:solidFill>
                <a:latin typeface="DejaVu Sans"/>
                <a:ea typeface="DejaVu Sans"/>
                <a:cs typeface="DejaVu Sans"/>
              </a:defRPr>
            </a:lvl2pPr>
            <a:lvl3pPr>
              <a:defRPr sz="1950" b="0">
                <a:solidFill>
                  <a:srgbClr val="777383"/>
                </a:solidFill>
                <a:latin typeface="DejaVu Sans"/>
                <a:ea typeface="DejaVu Sans"/>
                <a:cs typeface="DejaVu Sans"/>
              </a:defRPr>
            </a:lvl3pPr>
            <a:lvl4pPr>
              <a:defRPr sz="1950" b="0">
                <a:solidFill>
                  <a:srgbClr val="777383"/>
                </a:solidFill>
                <a:latin typeface="DejaVu Sans"/>
                <a:ea typeface="DejaVu Sans"/>
                <a:cs typeface="DejaVu Sans"/>
              </a:defRPr>
            </a:lvl4pPr>
            <a:lvl5pPr>
              <a:defRPr sz="1950" b="0">
                <a:solidFill>
                  <a:srgbClr val="777383"/>
                </a:solidFill>
                <a:latin typeface="DejaVu Sans"/>
                <a:ea typeface="DejaVu Sans"/>
                <a:cs typeface="DejaVu Sans"/>
              </a:defRPr>
            </a:lvl5pPr>
            <a:lvl6pPr>
              <a:defRPr sz="1950" b="0">
                <a:solidFill>
                  <a:srgbClr val="777383"/>
                </a:solidFill>
                <a:latin typeface="DejaVu Sans"/>
                <a:ea typeface="DejaVu Sans"/>
                <a:cs typeface="DejaVu Sans"/>
              </a:defRPr>
            </a:lvl6pPr>
            <a:lvl7pPr>
              <a:defRPr sz="1950" b="0">
                <a:solidFill>
                  <a:srgbClr val="777383"/>
                </a:solidFill>
                <a:latin typeface="DejaVu Sans"/>
                <a:ea typeface="DejaVu Sans"/>
                <a:cs typeface="DejaVu Sans"/>
              </a:defRPr>
            </a:lvl7pPr>
            <a:lvl8pPr>
              <a:defRPr sz="1950" b="0">
                <a:solidFill>
                  <a:srgbClr val="777383"/>
                </a:solidFill>
                <a:latin typeface="DejaVu Sans"/>
                <a:ea typeface="DejaVu Sans"/>
                <a:cs typeface="DejaVu Sans"/>
              </a:defRPr>
            </a:lvl8pPr>
            <a:lvl9pPr>
              <a:defRPr sz="1950" b="0">
                <a:solidFill>
                  <a:srgbClr val="777383"/>
                </a:solidFill>
                <a:latin typeface="DejaVu Sans"/>
                <a:ea typeface="DejaVu Sans"/>
                <a:cs typeface="DejaVu Sans"/>
              </a:defRPr>
            </a:lvl9pPr>
          </a:lstStyle>
          <a:p xmlns:a="http://schemas.openxmlformats.org/drawingml/2006/main">
            <a:pPr>
              <a:defRPr sz="1950" b="0">
                <a:solidFill>
                  <a:srgbClr val="777383"/>
                </a:solidFill>
                <a:latin typeface="DejaVu Sans"/>
                <a:ea typeface="DejaVu Sans"/>
                <a:cs typeface="DejaVu Sans"/>
              </a:defRPr>
            </a:pPr>
            <a:r>
              <a:rPr sz="1950" b="0">
                <a:solidFill>
                  <a:srgbClr val="777383"/>
                </a:solidFill>
                <a:latin typeface="DejaVu Sans"/>
                <a:ea typeface="DejaVu Sans"/>
                <a:cs typeface="DejaVu Sans"/>
              </a:rPr>
              <a:t>Илья</a:t>
            </a:r>
          </a:p>
        </p:txBody>
      </p:sp>
      <p:sp>
        <p:nvSpPr>
          <p:cNvPr id="9" name="sp1">
            <a:extLst xmlns:a="http://schemas.openxmlformats.org/drawingml/2006/main">
              <a:ext uri="{FF2B5EF4-FFF2-40B4-BE49-F238E27FC236}">
                <a16:creationId xmlns:a16="http://schemas.microsoft.com/office/drawing/2014/main" id="{EFDCF56A-842B-453B-A903-D197412AA4C2}"/>
              </a:ext>
            </a:extLst>
          </p:cNvPr>
          <p:cNvSpPr>
            <a:spLocks xmlns:a="http://schemas.openxmlformats.org/drawingml/2006/main" noGrp="1"/>
          </p:cNvSpPr>
          <p:nvPr/>
        </p:nvSpPr>
        <p:spPr>
          <a:xfrm xmlns:a="http://schemas.openxmlformats.org/drawingml/2006/main">
            <a:off x="10001250" y="28289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6145E6"/>
                </a:solidFill>
                <a:latin typeface="DejaVu Sans"/>
                <a:ea typeface="DejaVu Sans"/>
                <a:cs typeface="DejaVu Sans"/>
              </a:defRPr>
            </a:defPPr>
            <a:lvl1pPr>
              <a:defRPr sz="2100" b="1">
                <a:solidFill>
                  <a:srgbClr val="6145E6"/>
                </a:solidFill>
                <a:latin typeface="DejaVu Sans"/>
                <a:ea typeface="DejaVu Sans"/>
                <a:cs typeface="DejaVu Sans"/>
              </a:defRPr>
            </a:lvl1pPr>
            <a:lvl2pPr>
              <a:defRPr sz="2100" b="1">
                <a:solidFill>
                  <a:srgbClr val="6145E6"/>
                </a:solidFill>
                <a:latin typeface="DejaVu Sans"/>
                <a:ea typeface="DejaVu Sans"/>
                <a:cs typeface="DejaVu Sans"/>
              </a:defRPr>
            </a:lvl2pPr>
            <a:lvl3pPr>
              <a:defRPr sz="2100" b="1">
                <a:solidFill>
                  <a:srgbClr val="6145E6"/>
                </a:solidFill>
                <a:latin typeface="DejaVu Sans"/>
                <a:ea typeface="DejaVu Sans"/>
                <a:cs typeface="DejaVu Sans"/>
              </a:defRPr>
            </a:lvl3pPr>
            <a:lvl4pPr>
              <a:defRPr sz="2100" b="1">
                <a:solidFill>
                  <a:srgbClr val="6145E6"/>
                </a:solidFill>
                <a:latin typeface="DejaVu Sans"/>
                <a:ea typeface="DejaVu Sans"/>
                <a:cs typeface="DejaVu Sans"/>
              </a:defRPr>
            </a:lvl4pPr>
            <a:lvl5pPr>
              <a:defRPr sz="2100" b="1">
                <a:solidFill>
                  <a:srgbClr val="6145E6"/>
                </a:solidFill>
                <a:latin typeface="DejaVu Sans"/>
                <a:ea typeface="DejaVu Sans"/>
                <a:cs typeface="DejaVu Sans"/>
              </a:defRPr>
            </a:lvl5pPr>
            <a:lvl6pPr>
              <a:defRPr sz="2100" b="1">
                <a:solidFill>
                  <a:srgbClr val="6145E6"/>
                </a:solidFill>
                <a:latin typeface="DejaVu Sans"/>
                <a:ea typeface="DejaVu Sans"/>
                <a:cs typeface="DejaVu Sans"/>
              </a:defRPr>
            </a:lvl6pPr>
            <a:lvl7pPr>
              <a:defRPr sz="2100" b="1">
                <a:solidFill>
                  <a:srgbClr val="6145E6"/>
                </a:solidFill>
                <a:latin typeface="DejaVu Sans"/>
                <a:ea typeface="DejaVu Sans"/>
                <a:cs typeface="DejaVu Sans"/>
              </a:defRPr>
            </a:lvl7pPr>
            <a:lvl8pPr>
              <a:defRPr sz="2100" b="1">
                <a:solidFill>
                  <a:srgbClr val="6145E6"/>
                </a:solidFill>
                <a:latin typeface="DejaVu Sans"/>
                <a:ea typeface="DejaVu Sans"/>
                <a:cs typeface="DejaVu Sans"/>
              </a:defRPr>
            </a:lvl8pPr>
            <a:lvl9pPr>
              <a:defRPr sz="2100" b="1">
                <a:solidFill>
                  <a:srgbClr val="6145E6"/>
                </a:solidFill>
                <a:latin typeface="DejaVu Sans"/>
                <a:ea typeface="DejaVu Sans"/>
                <a:cs typeface="DejaVu Sans"/>
              </a:defRPr>
            </a:lvl9pPr>
          </a:lstStyle>
          <a:p xmlns:a="http://schemas.openxmlformats.org/drawingml/2006/main">
            <a:pPr>
              <a:defRPr sz="2100" b="1">
                <a:solidFill>
                  <a:srgbClr val="6145E6"/>
                </a:solidFill>
                <a:latin typeface="DejaVu Sans"/>
                <a:ea typeface="DejaVu Sans"/>
                <a:cs typeface="DejaVu Sans"/>
              </a:defRPr>
            </a:pPr>
            <a:r>
              <a:rPr sz="2100" b="1">
                <a:solidFill>
                  <a:srgbClr val="6145E6"/>
                </a:solidFill>
                <a:latin typeface="DejaVu Sans"/>
                <a:ea typeface="DejaVu Sans"/>
                <a:cs typeface="DejaVu Sans"/>
              </a:rPr>
              <a:t>2 SP</a:t>
            </a:r>
          </a:p>
        </p:txBody>
      </p:sp>
      <p:sp>
        <p:nvSpPr>
          <p:cNvPr id="10" name="task2">
            <a:extLst xmlns:a="http://schemas.openxmlformats.org/drawingml/2006/main">
              <a:ext uri="{FF2B5EF4-FFF2-40B4-BE49-F238E27FC236}">
                <a16:creationId xmlns:a16="http://schemas.microsoft.com/office/drawing/2014/main" id="{F1931542-39EC-487B-A177-B00358C332E8}"/>
              </a:ext>
            </a:extLst>
          </p:cNvPr>
          <p:cNvSpPr>
            <a:spLocks xmlns:a="http://schemas.openxmlformats.org/drawingml/2006/main" noGrp="1"/>
          </p:cNvSpPr>
          <p:nvPr/>
        </p:nvSpPr>
        <p:spPr>
          <a:xfrm xmlns:a="http://schemas.openxmlformats.org/drawingml/2006/main">
            <a:off x="609600" y="3514725"/>
            <a:ext cx="552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HTML-прототип</a:t>
            </a:r>
          </a:p>
        </p:txBody>
      </p:sp>
      <p:sp>
        <p:nvSpPr>
          <p:cNvPr id="11" name="owner2">
            <a:extLst xmlns:a="http://schemas.openxmlformats.org/drawingml/2006/main">
              <a:ext uri="{FF2B5EF4-FFF2-40B4-BE49-F238E27FC236}">
                <a16:creationId xmlns:a16="http://schemas.microsoft.com/office/drawing/2014/main" id="{0321AD92-E9DB-4671-BE5D-79C83DB498A2}"/>
              </a:ext>
            </a:extLst>
          </p:cNvPr>
          <p:cNvSpPr>
            <a:spLocks xmlns:a="http://schemas.openxmlformats.org/drawingml/2006/main" noGrp="1"/>
          </p:cNvSpPr>
          <p:nvPr/>
        </p:nvSpPr>
        <p:spPr>
          <a:xfrm xmlns:a="http://schemas.openxmlformats.org/drawingml/2006/main">
            <a:off x="6477000" y="35147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77383"/>
                </a:solidFill>
                <a:latin typeface="DejaVu Sans"/>
                <a:ea typeface="DejaVu Sans"/>
                <a:cs typeface="DejaVu Sans"/>
              </a:defRPr>
            </a:defPPr>
            <a:lvl1pPr>
              <a:defRPr sz="1950" b="0">
                <a:solidFill>
                  <a:srgbClr val="777383"/>
                </a:solidFill>
                <a:latin typeface="DejaVu Sans"/>
                <a:ea typeface="DejaVu Sans"/>
                <a:cs typeface="DejaVu Sans"/>
              </a:defRPr>
            </a:lvl1pPr>
            <a:lvl2pPr>
              <a:defRPr sz="1950" b="0">
                <a:solidFill>
                  <a:srgbClr val="777383"/>
                </a:solidFill>
                <a:latin typeface="DejaVu Sans"/>
                <a:ea typeface="DejaVu Sans"/>
                <a:cs typeface="DejaVu Sans"/>
              </a:defRPr>
            </a:lvl2pPr>
            <a:lvl3pPr>
              <a:defRPr sz="1950" b="0">
                <a:solidFill>
                  <a:srgbClr val="777383"/>
                </a:solidFill>
                <a:latin typeface="DejaVu Sans"/>
                <a:ea typeface="DejaVu Sans"/>
                <a:cs typeface="DejaVu Sans"/>
              </a:defRPr>
            </a:lvl3pPr>
            <a:lvl4pPr>
              <a:defRPr sz="1950" b="0">
                <a:solidFill>
                  <a:srgbClr val="777383"/>
                </a:solidFill>
                <a:latin typeface="DejaVu Sans"/>
                <a:ea typeface="DejaVu Sans"/>
                <a:cs typeface="DejaVu Sans"/>
              </a:defRPr>
            </a:lvl4pPr>
            <a:lvl5pPr>
              <a:defRPr sz="1950" b="0">
                <a:solidFill>
                  <a:srgbClr val="777383"/>
                </a:solidFill>
                <a:latin typeface="DejaVu Sans"/>
                <a:ea typeface="DejaVu Sans"/>
                <a:cs typeface="DejaVu Sans"/>
              </a:defRPr>
            </a:lvl5pPr>
            <a:lvl6pPr>
              <a:defRPr sz="1950" b="0">
                <a:solidFill>
                  <a:srgbClr val="777383"/>
                </a:solidFill>
                <a:latin typeface="DejaVu Sans"/>
                <a:ea typeface="DejaVu Sans"/>
                <a:cs typeface="DejaVu Sans"/>
              </a:defRPr>
            </a:lvl6pPr>
            <a:lvl7pPr>
              <a:defRPr sz="1950" b="0">
                <a:solidFill>
                  <a:srgbClr val="777383"/>
                </a:solidFill>
                <a:latin typeface="DejaVu Sans"/>
                <a:ea typeface="DejaVu Sans"/>
                <a:cs typeface="DejaVu Sans"/>
              </a:defRPr>
            </a:lvl7pPr>
            <a:lvl8pPr>
              <a:defRPr sz="1950" b="0">
                <a:solidFill>
                  <a:srgbClr val="777383"/>
                </a:solidFill>
                <a:latin typeface="DejaVu Sans"/>
                <a:ea typeface="DejaVu Sans"/>
                <a:cs typeface="DejaVu Sans"/>
              </a:defRPr>
            </a:lvl8pPr>
            <a:lvl9pPr>
              <a:defRPr sz="1950" b="0">
                <a:solidFill>
                  <a:srgbClr val="777383"/>
                </a:solidFill>
                <a:latin typeface="DejaVu Sans"/>
                <a:ea typeface="DejaVu Sans"/>
                <a:cs typeface="DejaVu Sans"/>
              </a:defRPr>
            </a:lvl9pPr>
          </a:lstStyle>
          <a:p xmlns:a="http://schemas.openxmlformats.org/drawingml/2006/main">
            <a:pPr>
              <a:defRPr sz="1950" b="0">
                <a:solidFill>
                  <a:srgbClr val="777383"/>
                </a:solidFill>
                <a:latin typeface="DejaVu Sans"/>
                <a:ea typeface="DejaVu Sans"/>
                <a:cs typeface="DejaVu Sans"/>
              </a:defRPr>
            </a:pPr>
            <a:r>
              <a:rPr sz="1950" b="0">
                <a:solidFill>
                  <a:srgbClr val="777383"/>
                </a:solidFill>
                <a:latin typeface="DejaVu Sans"/>
                <a:ea typeface="DejaVu Sans"/>
                <a:cs typeface="DejaVu Sans"/>
              </a:rPr>
              <a:t>Константин</a:t>
            </a:r>
          </a:p>
        </p:txBody>
      </p:sp>
      <p:sp>
        <p:nvSpPr>
          <p:cNvPr id="12" name="sp2">
            <a:extLst xmlns:a="http://schemas.openxmlformats.org/drawingml/2006/main">
              <a:ext uri="{FF2B5EF4-FFF2-40B4-BE49-F238E27FC236}">
                <a16:creationId xmlns:a16="http://schemas.microsoft.com/office/drawing/2014/main" id="{B668F0C5-2A7E-47A9-8C5D-4CE6D0EDDA09}"/>
              </a:ext>
            </a:extLst>
          </p:cNvPr>
          <p:cNvSpPr>
            <a:spLocks xmlns:a="http://schemas.openxmlformats.org/drawingml/2006/main" noGrp="1"/>
          </p:cNvSpPr>
          <p:nvPr/>
        </p:nvSpPr>
        <p:spPr>
          <a:xfrm xmlns:a="http://schemas.openxmlformats.org/drawingml/2006/main">
            <a:off x="10001250" y="35147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6145E6"/>
                </a:solidFill>
                <a:latin typeface="DejaVu Sans"/>
                <a:ea typeface="DejaVu Sans"/>
                <a:cs typeface="DejaVu Sans"/>
              </a:defRPr>
            </a:defPPr>
            <a:lvl1pPr>
              <a:defRPr sz="2100" b="1">
                <a:solidFill>
                  <a:srgbClr val="6145E6"/>
                </a:solidFill>
                <a:latin typeface="DejaVu Sans"/>
                <a:ea typeface="DejaVu Sans"/>
                <a:cs typeface="DejaVu Sans"/>
              </a:defRPr>
            </a:lvl1pPr>
            <a:lvl2pPr>
              <a:defRPr sz="2100" b="1">
                <a:solidFill>
                  <a:srgbClr val="6145E6"/>
                </a:solidFill>
                <a:latin typeface="DejaVu Sans"/>
                <a:ea typeface="DejaVu Sans"/>
                <a:cs typeface="DejaVu Sans"/>
              </a:defRPr>
            </a:lvl2pPr>
            <a:lvl3pPr>
              <a:defRPr sz="2100" b="1">
                <a:solidFill>
                  <a:srgbClr val="6145E6"/>
                </a:solidFill>
                <a:latin typeface="DejaVu Sans"/>
                <a:ea typeface="DejaVu Sans"/>
                <a:cs typeface="DejaVu Sans"/>
              </a:defRPr>
            </a:lvl3pPr>
            <a:lvl4pPr>
              <a:defRPr sz="2100" b="1">
                <a:solidFill>
                  <a:srgbClr val="6145E6"/>
                </a:solidFill>
                <a:latin typeface="DejaVu Sans"/>
                <a:ea typeface="DejaVu Sans"/>
                <a:cs typeface="DejaVu Sans"/>
              </a:defRPr>
            </a:lvl4pPr>
            <a:lvl5pPr>
              <a:defRPr sz="2100" b="1">
                <a:solidFill>
                  <a:srgbClr val="6145E6"/>
                </a:solidFill>
                <a:latin typeface="DejaVu Sans"/>
                <a:ea typeface="DejaVu Sans"/>
                <a:cs typeface="DejaVu Sans"/>
              </a:defRPr>
            </a:lvl5pPr>
            <a:lvl6pPr>
              <a:defRPr sz="2100" b="1">
                <a:solidFill>
                  <a:srgbClr val="6145E6"/>
                </a:solidFill>
                <a:latin typeface="DejaVu Sans"/>
                <a:ea typeface="DejaVu Sans"/>
                <a:cs typeface="DejaVu Sans"/>
              </a:defRPr>
            </a:lvl6pPr>
            <a:lvl7pPr>
              <a:defRPr sz="2100" b="1">
                <a:solidFill>
                  <a:srgbClr val="6145E6"/>
                </a:solidFill>
                <a:latin typeface="DejaVu Sans"/>
                <a:ea typeface="DejaVu Sans"/>
                <a:cs typeface="DejaVu Sans"/>
              </a:defRPr>
            </a:lvl7pPr>
            <a:lvl8pPr>
              <a:defRPr sz="2100" b="1">
                <a:solidFill>
                  <a:srgbClr val="6145E6"/>
                </a:solidFill>
                <a:latin typeface="DejaVu Sans"/>
                <a:ea typeface="DejaVu Sans"/>
                <a:cs typeface="DejaVu Sans"/>
              </a:defRPr>
            </a:lvl8pPr>
            <a:lvl9pPr>
              <a:defRPr sz="2100" b="1">
                <a:solidFill>
                  <a:srgbClr val="6145E6"/>
                </a:solidFill>
                <a:latin typeface="DejaVu Sans"/>
                <a:ea typeface="DejaVu Sans"/>
                <a:cs typeface="DejaVu Sans"/>
              </a:defRPr>
            </a:lvl9pPr>
          </a:lstStyle>
          <a:p xmlns:a="http://schemas.openxmlformats.org/drawingml/2006/main">
            <a:pPr>
              <a:defRPr sz="2100" b="1">
                <a:solidFill>
                  <a:srgbClr val="6145E6"/>
                </a:solidFill>
                <a:latin typeface="DejaVu Sans"/>
                <a:ea typeface="DejaVu Sans"/>
                <a:cs typeface="DejaVu Sans"/>
              </a:defRPr>
            </a:pPr>
            <a:r>
              <a:rPr sz="2100" b="1">
                <a:solidFill>
                  <a:srgbClr val="6145E6"/>
                </a:solidFill>
                <a:latin typeface="DejaVu Sans"/>
                <a:ea typeface="DejaVu Sans"/>
                <a:cs typeface="DejaVu Sans"/>
              </a:rPr>
              <a:t>3 SP</a:t>
            </a:r>
          </a:p>
        </p:txBody>
      </p:sp>
      <p:sp>
        <p:nvSpPr>
          <p:cNvPr id="13" name="task3">
            <a:extLst xmlns:a="http://schemas.openxmlformats.org/drawingml/2006/main">
              <a:ext uri="{FF2B5EF4-FFF2-40B4-BE49-F238E27FC236}">
                <a16:creationId xmlns:a16="http://schemas.microsoft.com/office/drawing/2014/main" id="{672A85C7-6EED-49B5-8982-06A354AC5566}"/>
              </a:ext>
            </a:extLst>
          </p:cNvPr>
          <p:cNvSpPr>
            <a:spLocks xmlns:a="http://schemas.openxmlformats.org/drawingml/2006/main" noGrp="1"/>
          </p:cNvSpPr>
          <p:nvPr/>
        </p:nvSpPr>
        <p:spPr>
          <a:xfrm xmlns:a="http://schemas.openxmlformats.org/drawingml/2006/main">
            <a:off x="609600" y="4200525"/>
            <a:ext cx="552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Проверка прототипа</a:t>
            </a:r>
          </a:p>
        </p:txBody>
      </p:sp>
      <p:sp>
        <p:nvSpPr>
          <p:cNvPr id="14" name="owner3">
            <a:extLst xmlns:a="http://schemas.openxmlformats.org/drawingml/2006/main">
              <a:ext uri="{FF2B5EF4-FFF2-40B4-BE49-F238E27FC236}">
                <a16:creationId xmlns:a16="http://schemas.microsoft.com/office/drawing/2014/main" id="{05ECA536-2301-49F1-84EF-2814393C12E1}"/>
              </a:ext>
            </a:extLst>
          </p:cNvPr>
          <p:cNvSpPr>
            <a:spLocks xmlns:a="http://schemas.openxmlformats.org/drawingml/2006/main" noGrp="1"/>
          </p:cNvSpPr>
          <p:nvPr/>
        </p:nvSpPr>
        <p:spPr>
          <a:xfrm xmlns:a="http://schemas.openxmlformats.org/drawingml/2006/main">
            <a:off x="6477000" y="42005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77383"/>
                </a:solidFill>
                <a:latin typeface="DejaVu Sans"/>
                <a:ea typeface="DejaVu Sans"/>
                <a:cs typeface="DejaVu Sans"/>
              </a:defRPr>
            </a:defPPr>
            <a:lvl1pPr>
              <a:defRPr sz="1950" b="0">
                <a:solidFill>
                  <a:srgbClr val="777383"/>
                </a:solidFill>
                <a:latin typeface="DejaVu Sans"/>
                <a:ea typeface="DejaVu Sans"/>
                <a:cs typeface="DejaVu Sans"/>
              </a:defRPr>
            </a:lvl1pPr>
            <a:lvl2pPr>
              <a:defRPr sz="1950" b="0">
                <a:solidFill>
                  <a:srgbClr val="777383"/>
                </a:solidFill>
                <a:latin typeface="DejaVu Sans"/>
                <a:ea typeface="DejaVu Sans"/>
                <a:cs typeface="DejaVu Sans"/>
              </a:defRPr>
            </a:lvl2pPr>
            <a:lvl3pPr>
              <a:defRPr sz="1950" b="0">
                <a:solidFill>
                  <a:srgbClr val="777383"/>
                </a:solidFill>
                <a:latin typeface="DejaVu Sans"/>
                <a:ea typeface="DejaVu Sans"/>
                <a:cs typeface="DejaVu Sans"/>
              </a:defRPr>
            </a:lvl3pPr>
            <a:lvl4pPr>
              <a:defRPr sz="1950" b="0">
                <a:solidFill>
                  <a:srgbClr val="777383"/>
                </a:solidFill>
                <a:latin typeface="DejaVu Sans"/>
                <a:ea typeface="DejaVu Sans"/>
                <a:cs typeface="DejaVu Sans"/>
              </a:defRPr>
            </a:lvl4pPr>
            <a:lvl5pPr>
              <a:defRPr sz="1950" b="0">
                <a:solidFill>
                  <a:srgbClr val="777383"/>
                </a:solidFill>
                <a:latin typeface="DejaVu Sans"/>
                <a:ea typeface="DejaVu Sans"/>
                <a:cs typeface="DejaVu Sans"/>
              </a:defRPr>
            </a:lvl5pPr>
            <a:lvl6pPr>
              <a:defRPr sz="1950" b="0">
                <a:solidFill>
                  <a:srgbClr val="777383"/>
                </a:solidFill>
                <a:latin typeface="DejaVu Sans"/>
                <a:ea typeface="DejaVu Sans"/>
                <a:cs typeface="DejaVu Sans"/>
              </a:defRPr>
            </a:lvl6pPr>
            <a:lvl7pPr>
              <a:defRPr sz="1950" b="0">
                <a:solidFill>
                  <a:srgbClr val="777383"/>
                </a:solidFill>
                <a:latin typeface="DejaVu Sans"/>
                <a:ea typeface="DejaVu Sans"/>
                <a:cs typeface="DejaVu Sans"/>
              </a:defRPr>
            </a:lvl7pPr>
            <a:lvl8pPr>
              <a:defRPr sz="1950" b="0">
                <a:solidFill>
                  <a:srgbClr val="777383"/>
                </a:solidFill>
                <a:latin typeface="DejaVu Sans"/>
                <a:ea typeface="DejaVu Sans"/>
                <a:cs typeface="DejaVu Sans"/>
              </a:defRPr>
            </a:lvl8pPr>
            <a:lvl9pPr>
              <a:defRPr sz="1950" b="0">
                <a:solidFill>
                  <a:srgbClr val="777383"/>
                </a:solidFill>
                <a:latin typeface="DejaVu Sans"/>
                <a:ea typeface="DejaVu Sans"/>
                <a:cs typeface="DejaVu Sans"/>
              </a:defRPr>
            </a:lvl9pPr>
          </a:lstStyle>
          <a:p xmlns:a="http://schemas.openxmlformats.org/drawingml/2006/main">
            <a:pPr>
              <a:defRPr sz="1950" b="0">
                <a:solidFill>
                  <a:srgbClr val="777383"/>
                </a:solidFill>
                <a:latin typeface="DejaVu Sans"/>
                <a:ea typeface="DejaVu Sans"/>
                <a:cs typeface="DejaVu Sans"/>
              </a:defRPr>
            </a:pPr>
            <a:r>
              <a:rPr sz="1950" b="0">
                <a:solidFill>
                  <a:srgbClr val="777383"/>
                </a:solidFill>
                <a:latin typeface="DejaVu Sans"/>
                <a:ea typeface="DejaVu Sans"/>
                <a:cs typeface="DejaVu Sans"/>
              </a:rPr>
              <a:t>Станислав</a:t>
            </a:r>
          </a:p>
        </p:txBody>
      </p:sp>
      <p:sp>
        <p:nvSpPr>
          <p:cNvPr id="15" name="sp3">
            <a:extLst xmlns:a="http://schemas.openxmlformats.org/drawingml/2006/main">
              <a:ext uri="{FF2B5EF4-FFF2-40B4-BE49-F238E27FC236}">
                <a16:creationId xmlns:a16="http://schemas.microsoft.com/office/drawing/2014/main" id="{9EF6E94A-8C67-478C-884D-491DDDF8E3B5}"/>
              </a:ext>
            </a:extLst>
          </p:cNvPr>
          <p:cNvSpPr>
            <a:spLocks xmlns:a="http://schemas.openxmlformats.org/drawingml/2006/main" noGrp="1"/>
          </p:cNvSpPr>
          <p:nvPr/>
        </p:nvSpPr>
        <p:spPr>
          <a:xfrm xmlns:a="http://schemas.openxmlformats.org/drawingml/2006/main">
            <a:off x="10001250" y="42005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6145E6"/>
                </a:solidFill>
                <a:latin typeface="DejaVu Sans"/>
                <a:ea typeface="DejaVu Sans"/>
                <a:cs typeface="DejaVu Sans"/>
              </a:defRPr>
            </a:defPPr>
            <a:lvl1pPr>
              <a:defRPr sz="2100" b="1">
                <a:solidFill>
                  <a:srgbClr val="6145E6"/>
                </a:solidFill>
                <a:latin typeface="DejaVu Sans"/>
                <a:ea typeface="DejaVu Sans"/>
                <a:cs typeface="DejaVu Sans"/>
              </a:defRPr>
            </a:lvl1pPr>
            <a:lvl2pPr>
              <a:defRPr sz="2100" b="1">
                <a:solidFill>
                  <a:srgbClr val="6145E6"/>
                </a:solidFill>
                <a:latin typeface="DejaVu Sans"/>
                <a:ea typeface="DejaVu Sans"/>
                <a:cs typeface="DejaVu Sans"/>
              </a:defRPr>
            </a:lvl2pPr>
            <a:lvl3pPr>
              <a:defRPr sz="2100" b="1">
                <a:solidFill>
                  <a:srgbClr val="6145E6"/>
                </a:solidFill>
                <a:latin typeface="DejaVu Sans"/>
                <a:ea typeface="DejaVu Sans"/>
                <a:cs typeface="DejaVu Sans"/>
              </a:defRPr>
            </a:lvl3pPr>
            <a:lvl4pPr>
              <a:defRPr sz="2100" b="1">
                <a:solidFill>
                  <a:srgbClr val="6145E6"/>
                </a:solidFill>
                <a:latin typeface="DejaVu Sans"/>
                <a:ea typeface="DejaVu Sans"/>
                <a:cs typeface="DejaVu Sans"/>
              </a:defRPr>
            </a:lvl4pPr>
            <a:lvl5pPr>
              <a:defRPr sz="2100" b="1">
                <a:solidFill>
                  <a:srgbClr val="6145E6"/>
                </a:solidFill>
                <a:latin typeface="DejaVu Sans"/>
                <a:ea typeface="DejaVu Sans"/>
                <a:cs typeface="DejaVu Sans"/>
              </a:defRPr>
            </a:lvl5pPr>
            <a:lvl6pPr>
              <a:defRPr sz="2100" b="1">
                <a:solidFill>
                  <a:srgbClr val="6145E6"/>
                </a:solidFill>
                <a:latin typeface="DejaVu Sans"/>
                <a:ea typeface="DejaVu Sans"/>
                <a:cs typeface="DejaVu Sans"/>
              </a:defRPr>
            </a:lvl6pPr>
            <a:lvl7pPr>
              <a:defRPr sz="2100" b="1">
                <a:solidFill>
                  <a:srgbClr val="6145E6"/>
                </a:solidFill>
                <a:latin typeface="DejaVu Sans"/>
                <a:ea typeface="DejaVu Sans"/>
                <a:cs typeface="DejaVu Sans"/>
              </a:defRPr>
            </a:lvl7pPr>
            <a:lvl8pPr>
              <a:defRPr sz="2100" b="1">
                <a:solidFill>
                  <a:srgbClr val="6145E6"/>
                </a:solidFill>
                <a:latin typeface="DejaVu Sans"/>
                <a:ea typeface="DejaVu Sans"/>
                <a:cs typeface="DejaVu Sans"/>
              </a:defRPr>
            </a:lvl8pPr>
            <a:lvl9pPr>
              <a:defRPr sz="2100" b="1">
                <a:solidFill>
                  <a:srgbClr val="6145E6"/>
                </a:solidFill>
                <a:latin typeface="DejaVu Sans"/>
                <a:ea typeface="DejaVu Sans"/>
                <a:cs typeface="DejaVu Sans"/>
              </a:defRPr>
            </a:lvl9pPr>
          </a:lstStyle>
          <a:p xmlns:a="http://schemas.openxmlformats.org/drawingml/2006/main">
            <a:pPr>
              <a:defRPr sz="2100" b="1">
                <a:solidFill>
                  <a:srgbClr val="6145E6"/>
                </a:solidFill>
                <a:latin typeface="DejaVu Sans"/>
                <a:ea typeface="DejaVu Sans"/>
                <a:cs typeface="DejaVu Sans"/>
              </a:defRPr>
            </a:pPr>
            <a:r>
              <a:rPr sz="2100" b="1">
                <a:solidFill>
                  <a:srgbClr val="6145E6"/>
                </a:solidFill>
                <a:latin typeface="DejaVu Sans"/>
                <a:ea typeface="DejaVu Sans"/>
                <a:cs typeface="DejaVu Sans"/>
              </a:rPr>
              <a:t>2 SP</a:t>
            </a:r>
          </a:p>
        </p:txBody>
      </p:sp>
      <p:sp>
        <p:nvSpPr>
          <p:cNvPr id="16" name="task4">
            <a:extLst xmlns:a="http://schemas.openxmlformats.org/drawingml/2006/main">
              <a:ext uri="{FF2B5EF4-FFF2-40B4-BE49-F238E27FC236}">
                <a16:creationId xmlns:a16="http://schemas.microsoft.com/office/drawing/2014/main" id="{82D19F02-3260-411B-B372-94070702FC9E}"/>
              </a:ext>
            </a:extLst>
          </p:cNvPr>
          <p:cNvSpPr>
            <a:spLocks xmlns:a="http://schemas.openxmlformats.org/drawingml/2006/main" noGrp="1"/>
          </p:cNvSpPr>
          <p:nvPr/>
        </p:nvSpPr>
        <p:spPr>
          <a:xfrm xmlns:a="http://schemas.openxmlformats.org/drawingml/2006/main">
            <a:off x="609600" y="4886325"/>
            <a:ext cx="5524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0">
                <a:solidFill>
                  <a:srgbClr val="252638"/>
                </a:solidFill>
                <a:latin typeface="DejaVu Sans"/>
                <a:ea typeface="DejaVu Sans"/>
                <a:cs typeface="DejaVu Sans"/>
              </a:defRPr>
            </a:defPPr>
            <a:lvl1pPr>
              <a:defRPr sz="2100" b="0">
                <a:solidFill>
                  <a:srgbClr val="252638"/>
                </a:solidFill>
                <a:latin typeface="DejaVu Sans"/>
                <a:ea typeface="DejaVu Sans"/>
                <a:cs typeface="DejaVu Sans"/>
              </a:defRPr>
            </a:lvl1pPr>
            <a:lvl2pPr>
              <a:defRPr sz="2100" b="0">
                <a:solidFill>
                  <a:srgbClr val="252638"/>
                </a:solidFill>
                <a:latin typeface="DejaVu Sans"/>
                <a:ea typeface="DejaVu Sans"/>
                <a:cs typeface="DejaVu Sans"/>
              </a:defRPr>
            </a:lvl2pPr>
            <a:lvl3pPr>
              <a:defRPr sz="2100" b="0">
                <a:solidFill>
                  <a:srgbClr val="252638"/>
                </a:solidFill>
                <a:latin typeface="DejaVu Sans"/>
                <a:ea typeface="DejaVu Sans"/>
                <a:cs typeface="DejaVu Sans"/>
              </a:defRPr>
            </a:lvl3pPr>
            <a:lvl4pPr>
              <a:defRPr sz="2100" b="0">
                <a:solidFill>
                  <a:srgbClr val="252638"/>
                </a:solidFill>
                <a:latin typeface="DejaVu Sans"/>
                <a:ea typeface="DejaVu Sans"/>
                <a:cs typeface="DejaVu Sans"/>
              </a:defRPr>
            </a:lvl4pPr>
            <a:lvl5pPr>
              <a:defRPr sz="2100" b="0">
                <a:solidFill>
                  <a:srgbClr val="252638"/>
                </a:solidFill>
                <a:latin typeface="DejaVu Sans"/>
                <a:ea typeface="DejaVu Sans"/>
                <a:cs typeface="DejaVu Sans"/>
              </a:defRPr>
            </a:lvl5pPr>
            <a:lvl6pPr>
              <a:defRPr sz="2100" b="0">
                <a:solidFill>
                  <a:srgbClr val="252638"/>
                </a:solidFill>
                <a:latin typeface="DejaVu Sans"/>
                <a:ea typeface="DejaVu Sans"/>
                <a:cs typeface="DejaVu Sans"/>
              </a:defRPr>
            </a:lvl6pPr>
            <a:lvl7pPr>
              <a:defRPr sz="2100" b="0">
                <a:solidFill>
                  <a:srgbClr val="252638"/>
                </a:solidFill>
                <a:latin typeface="DejaVu Sans"/>
                <a:ea typeface="DejaVu Sans"/>
                <a:cs typeface="DejaVu Sans"/>
              </a:defRPr>
            </a:lvl7pPr>
            <a:lvl8pPr>
              <a:defRPr sz="2100" b="0">
                <a:solidFill>
                  <a:srgbClr val="252638"/>
                </a:solidFill>
                <a:latin typeface="DejaVu Sans"/>
                <a:ea typeface="DejaVu Sans"/>
                <a:cs typeface="DejaVu Sans"/>
              </a:defRPr>
            </a:lvl8pPr>
            <a:lvl9pPr>
              <a:defRPr sz="2100" b="0">
                <a:solidFill>
                  <a:srgbClr val="252638"/>
                </a:solidFill>
                <a:latin typeface="DejaVu Sans"/>
                <a:ea typeface="DejaVu Sans"/>
                <a:cs typeface="DejaVu Sans"/>
              </a:defRPr>
            </a:lvl9pPr>
          </a:lstStyle>
          <a:p xmlns:a="http://schemas.openxmlformats.org/drawingml/2006/main">
            <a:pPr>
              <a:defRPr sz="2100" b="0">
                <a:solidFill>
                  <a:srgbClr val="252638"/>
                </a:solidFill>
                <a:latin typeface="DejaVu Sans"/>
                <a:ea typeface="DejaVu Sans"/>
                <a:cs typeface="DejaVu Sans"/>
              </a:defRPr>
            </a:pPr>
            <a:r>
              <a:rPr sz="2100" b="0">
                <a:solidFill>
                  <a:srgbClr val="252638"/>
                </a:solidFill>
                <a:latin typeface="DejaVu Sans"/>
                <a:ea typeface="DejaVu Sans"/>
                <a:cs typeface="DejaVu Sans"/>
              </a:rPr>
              <a:t>Презентация</a:t>
            </a:r>
          </a:p>
        </p:txBody>
      </p:sp>
      <p:sp>
        <p:nvSpPr>
          <p:cNvPr id="17" name="owner4">
            <a:extLst xmlns:a="http://schemas.openxmlformats.org/drawingml/2006/main">
              <a:ext uri="{FF2B5EF4-FFF2-40B4-BE49-F238E27FC236}">
                <a16:creationId xmlns:a16="http://schemas.microsoft.com/office/drawing/2014/main" id="{32BD6C43-052A-4BFD-8D78-F13FEEA6F09E}"/>
              </a:ext>
            </a:extLst>
          </p:cNvPr>
          <p:cNvSpPr>
            <a:spLocks xmlns:a="http://schemas.openxmlformats.org/drawingml/2006/main" noGrp="1"/>
          </p:cNvSpPr>
          <p:nvPr/>
        </p:nvSpPr>
        <p:spPr>
          <a:xfrm xmlns:a="http://schemas.openxmlformats.org/drawingml/2006/main">
            <a:off x="6477000" y="4886325"/>
            <a:ext cx="3143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950" b="0">
                <a:solidFill>
                  <a:srgbClr val="777383"/>
                </a:solidFill>
                <a:latin typeface="DejaVu Sans"/>
                <a:ea typeface="DejaVu Sans"/>
                <a:cs typeface="DejaVu Sans"/>
              </a:defRPr>
            </a:defPPr>
            <a:lvl1pPr>
              <a:defRPr sz="1950" b="0">
                <a:solidFill>
                  <a:srgbClr val="777383"/>
                </a:solidFill>
                <a:latin typeface="DejaVu Sans"/>
                <a:ea typeface="DejaVu Sans"/>
                <a:cs typeface="DejaVu Sans"/>
              </a:defRPr>
            </a:lvl1pPr>
            <a:lvl2pPr>
              <a:defRPr sz="1950" b="0">
                <a:solidFill>
                  <a:srgbClr val="777383"/>
                </a:solidFill>
                <a:latin typeface="DejaVu Sans"/>
                <a:ea typeface="DejaVu Sans"/>
                <a:cs typeface="DejaVu Sans"/>
              </a:defRPr>
            </a:lvl2pPr>
            <a:lvl3pPr>
              <a:defRPr sz="1950" b="0">
                <a:solidFill>
                  <a:srgbClr val="777383"/>
                </a:solidFill>
                <a:latin typeface="DejaVu Sans"/>
                <a:ea typeface="DejaVu Sans"/>
                <a:cs typeface="DejaVu Sans"/>
              </a:defRPr>
            </a:lvl3pPr>
            <a:lvl4pPr>
              <a:defRPr sz="1950" b="0">
                <a:solidFill>
                  <a:srgbClr val="777383"/>
                </a:solidFill>
                <a:latin typeface="DejaVu Sans"/>
                <a:ea typeface="DejaVu Sans"/>
                <a:cs typeface="DejaVu Sans"/>
              </a:defRPr>
            </a:lvl4pPr>
            <a:lvl5pPr>
              <a:defRPr sz="1950" b="0">
                <a:solidFill>
                  <a:srgbClr val="777383"/>
                </a:solidFill>
                <a:latin typeface="DejaVu Sans"/>
                <a:ea typeface="DejaVu Sans"/>
                <a:cs typeface="DejaVu Sans"/>
              </a:defRPr>
            </a:lvl5pPr>
            <a:lvl6pPr>
              <a:defRPr sz="1950" b="0">
                <a:solidFill>
                  <a:srgbClr val="777383"/>
                </a:solidFill>
                <a:latin typeface="DejaVu Sans"/>
                <a:ea typeface="DejaVu Sans"/>
                <a:cs typeface="DejaVu Sans"/>
              </a:defRPr>
            </a:lvl6pPr>
            <a:lvl7pPr>
              <a:defRPr sz="1950" b="0">
                <a:solidFill>
                  <a:srgbClr val="777383"/>
                </a:solidFill>
                <a:latin typeface="DejaVu Sans"/>
                <a:ea typeface="DejaVu Sans"/>
                <a:cs typeface="DejaVu Sans"/>
              </a:defRPr>
            </a:lvl7pPr>
            <a:lvl8pPr>
              <a:defRPr sz="1950" b="0">
                <a:solidFill>
                  <a:srgbClr val="777383"/>
                </a:solidFill>
                <a:latin typeface="DejaVu Sans"/>
                <a:ea typeface="DejaVu Sans"/>
                <a:cs typeface="DejaVu Sans"/>
              </a:defRPr>
            </a:lvl8pPr>
            <a:lvl9pPr>
              <a:defRPr sz="1950" b="0">
                <a:solidFill>
                  <a:srgbClr val="777383"/>
                </a:solidFill>
                <a:latin typeface="DejaVu Sans"/>
                <a:ea typeface="DejaVu Sans"/>
                <a:cs typeface="DejaVu Sans"/>
              </a:defRPr>
            </a:lvl9pPr>
          </a:lstStyle>
          <a:p xmlns:a="http://schemas.openxmlformats.org/drawingml/2006/main">
            <a:pPr>
              <a:defRPr sz="1950" b="0">
                <a:solidFill>
                  <a:srgbClr val="777383"/>
                </a:solidFill>
                <a:latin typeface="DejaVu Sans"/>
                <a:ea typeface="DejaVu Sans"/>
                <a:cs typeface="DejaVu Sans"/>
              </a:defRPr>
            </a:pPr>
            <a:r>
              <a:rPr sz="1950" b="0">
                <a:solidFill>
                  <a:srgbClr val="777383"/>
                </a:solidFill>
                <a:latin typeface="DejaVu Sans"/>
                <a:ea typeface="DejaVu Sans"/>
                <a:cs typeface="DejaVu Sans"/>
              </a:rPr>
              <a:t>Илья</a:t>
            </a:r>
          </a:p>
        </p:txBody>
      </p:sp>
      <p:sp>
        <p:nvSpPr>
          <p:cNvPr id="18" name="sp4">
            <a:extLst xmlns:a="http://schemas.openxmlformats.org/drawingml/2006/main">
              <a:ext uri="{FF2B5EF4-FFF2-40B4-BE49-F238E27FC236}">
                <a16:creationId xmlns:a16="http://schemas.microsoft.com/office/drawing/2014/main" id="{80C736BE-84A0-4491-A144-6CCF77EBC07E}"/>
              </a:ext>
            </a:extLst>
          </p:cNvPr>
          <p:cNvSpPr>
            <a:spLocks xmlns:a="http://schemas.openxmlformats.org/drawingml/2006/main" noGrp="1"/>
          </p:cNvSpPr>
          <p:nvPr/>
        </p:nvSpPr>
        <p:spPr>
          <a:xfrm xmlns:a="http://schemas.openxmlformats.org/drawingml/2006/main">
            <a:off x="10001250" y="4886325"/>
            <a:ext cx="1428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00" b="1">
                <a:solidFill>
                  <a:srgbClr val="6145E6"/>
                </a:solidFill>
                <a:latin typeface="DejaVu Sans"/>
                <a:ea typeface="DejaVu Sans"/>
                <a:cs typeface="DejaVu Sans"/>
              </a:defRPr>
            </a:defPPr>
            <a:lvl1pPr>
              <a:defRPr sz="2100" b="1">
                <a:solidFill>
                  <a:srgbClr val="6145E6"/>
                </a:solidFill>
                <a:latin typeface="DejaVu Sans"/>
                <a:ea typeface="DejaVu Sans"/>
                <a:cs typeface="DejaVu Sans"/>
              </a:defRPr>
            </a:lvl1pPr>
            <a:lvl2pPr>
              <a:defRPr sz="2100" b="1">
                <a:solidFill>
                  <a:srgbClr val="6145E6"/>
                </a:solidFill>
                <a:latin typeface="DejaVu Sans"/>
                <a:ea typeface="DejaVu Sans"/>
                <a:cs typeface="DejaVu Sans"/>
              </a:defRPr>
            </a:lvl2pPr>
            <a:lvl3pPr>
              <a:defRPr sz="2100" b="1">
                <a:solidFill>
                  <a:srgbClr val="6145E6"/>
                </a:solidFill>
                <a:latin typeface="DejaVu Sans"/>
                <a:ea typeface="DejaVu Sans"/>
                <a:cs typeface="DejaVu Sans"/>
              </a:defRPr>
            </a:lvl3pPr>
            <a:lvl4pPr>
              <a:defRPr sz="2100" b="1">
                <a:solidFill>
                  <a:srgbClr val="6145E6"/>
                </a:solidFill>
                <a:latin typeface="DejaVu Sans"/>
                <a:ea typeface="DejaVu Sans"/>
                <a:cs typeface="DejaVu Sans"/>
              </a:defRPr>
            </a:lvl4pPr>
            <a:lvl5pPr>
              <a:defRPr sz="2100" b="1">
                <a:solidFill>
                  <a:srgbClr val="6145E6"/>
                </a:solidFill>
                <a:latin typeface="DejaVu Sans"/>
                <a:ea typeface="DejaVu Sans"/>
                <a:cs typeface="DejaVu Sans"/>
              </a:defRPr>
            </a:lvl5pPr>
            <a:lvl6pPr>
              <a:defRPr sz="2100" b="1">
                <a:solidFill>
                  <a:srgbClr val="6145E6"/>
                </a:solidFill>
                <a:latin typeface="DejaVu Sans"/>
                <a:ea typeface="DejaVu Sans"/>
                <a:cs typeface="DejaVu Sans"/>
              </a:defRPr>
            </a:lvl6pPr>
            <a:lvl7pPr>
              <a:defRPr sz="2100" b="1">
                <a:solidFill>
                  <a:srgbClr val="6145E6"/>
                </a:solidFill>
                <a:latin typeface="DejaVu Sans"/>
                <a:ea typeface="DejaVu Sans"/>
                <a:cs typeface="DejaVu Sans"/>
              </a:defRPr>
            </a:lvl7pPr>
            <a:lvl8pPr>
              <a:defRPr sz="2100" b="1">
                <a:solidFill>
                  <a:srgbClr val="6145E6"/>
                </a:solidFill>
                <a:latin typeface="DejaVu Sans"/>
                <a:ea typeface="DejaVu Sans"/>
                <a:cs typeface="DejaVu Sans"/>
              </a:defRPr>
            </a:lvl8pPr>
            <a:lvl9pPr>
              <a:defRPr sz="2100" b="1">
                <a:solidFill>
                  <a:srgbClr val="6145E6"/>
                </a:solidFill>
                <a:latin typeface="DejaVu Sans"/>
                <a:ea typeface="DejaVu Sans"/>
                <a:cs typeface="DejaVu Sans"/>
              </a:defRPr>
            </a:lvl9pPr>
          </a:lstStyle>
          <a:p xmlns:a="http://schemas.openxmlformats.org/drawingml/2006/main">
            <a:pPr>
              <a:defRPr sz="2100" b="1">
                <a:solidFill>
                  <a:srgbClr val="6145E6"/>
                </a:solidFill>
                <a:latin typeface="DejaVu Sans"/>
                <a:ea typeface="DejaVu Sans"/>
                <a:cs typeface="DejaVu Sans"/>
              </a:defRPr>
            </a:pPr>
            <a:r>
              <a:rPr sz="2100" b="1">
                <a:solidFill>
                  <a:srgbClr val="6145E6"/>
                </a:solidFill>
                <a:latin typeface="DejaVu Sans"/>
                <a:ea typeface="DejaVu Sans"/>
                <a:cs typeface="DejaVu Sans"/>
              </a:rPr>
              <a:t>1 SP</a:t>
            </a:r>
          </a:p>
        </p:txBody>
      </p:sp>
      <p:sp>
        <p:nvSpPr>
          <p:cNvPr id="19" name="week">
            <a:extLst xmlns:a="http://schemas.openxmlformats.org/drawingml/2006/main">
              <a:ext uri="{FF2B5EF4-FFF2-40B4-BE49-F238E27FC236}">
                <a16:creationId xmlns:a16="http://schemas.microsoft.com/office/drawing/2014/main" id="{DCE6F0A9-C51E-45C9-B205-2F034B308CBA}"/>
              </a:ext>
            </a:extLst>
          </p:cNvPr>
          <p:cNvSpPr>
            <a:spLocks xmlns:a="http://schemas.openxmlformats.org/drawingml/2006/main" noGrp="1"/>
          </p:cNvSpPr>
          <p:nvPr/>
        </p:nvSpPr>
        <p:spPr>
          <a:xfrm xmlns:a="http://schemas.openxmlformats.org/drawingml/2006/main">
            <a:off x="609600" y="5905500"/>
            <a:ext cx="1047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425" b="0">
                <a:solidFill>
                  <a:srgbClr val="777383"/>
                </a:solidFill>
                <a:latin typeface="DejaVu Sans"/>
                <a:ea typeface="DejaVu Sans"/>
                <a:cs typeface="DejaVu Sans"/>
              </a:defRPr>
            </a:defPPr>
            <a:lvl1pPr>
              <a:defRPr sz="1425" b="0">
                <a:solidFill>
                  <a:srgbClr val="777383"/>
                </a:solidFill>
                <a:latin typeface="DejaVu Sans"/>
                <a:ea typeface="DejaVu Sans"/>
                <a:cs typeface="DejaVu Sans"/>
              </a:defRPr>
            </a:lvl1pPr>
            <a:lvl2pPr>
              <a:defRPr sz="1425" b="0">
                <a:solidFill>
                  <a:srgbClr val="777383"/>
                </a:solidFill>
                <a:latin typeface="DejaVu Sans"/>
                <a:ea typeface="DejaVu Sans"/>
                <a:cs typeface="DejaVu Sans"/>
              </a:defRPr>
            </a:lvl2pPr>
            <a:lvl3pPr>
              <a:defRPr sz="1425" b="0">
                <a:solidFill>
                  <a:srgbClr val="777383"/>
                </a:solidFill>
                <a:latin typeface="DejaVu Sans"/>
                <a:ea typeface="DejaVu Sans"/>
                <a:cs typeface="DejaVu Sans"/>
              </a:defRPr>
            </a:lvl3pPr>
            <a:lvl4pPr>
              <a:defRPr sz="1425" b="0">
                <a:solidFill>
                  <a:srgbClr val="777383"/>
                </a:solidFill>
                <a:latin typeface="DejaVu Sans"/>
                <a:ea typeface="DejaVu Sans"/>
                <a:cs typeface="DejaVu Sans"/>
              </a:defRPr>
            </a:lvl4pPr>
            <a:lvl5pPr>
              <a:defRPr sz="1425" b="0">
                <a:solidFill>
                  <a:srgbClr val="777383"/>
                </a:solidFill>
                <a:latin typeface="DejaVu Sans"/>
                <a:ea typeface="DejaVu Sans"/>
                <a:cs typeface="DejaVu Sans"/>
              </a:defRPr>
            </a:lvl5pPr>
            <a:lvl6pPr>
              <a:defRPr sz="1425" b="0">
                <a:solidFill>
                  <a:srgbClr val="777383"/>
                </a:solidFill>
                <a:latin typeface="DejaVu Sans"/>
                <a:ea typeface="DejaVu Sans"/>
                <a:cs typeface="DejaVu Sans"/>
              </a:defRPr>
            </a:lvl6pPr>
            <a:lvl7pPr>
              <a:defRPr sz="1425" b="0">
                <a:solidFill>
                  <a:srgbClr val="777383"/>
                </a:solidFill>
                <a:latin typeface="DejaVu Sans"/>
                <a:ea typeface="DejaVu Sans"/>
                <a:cs typeface="DejaVu Sans"/>
              </a:defRPr>
            </a:lvl7pPr>
            <a:lvl8pPr>
              <a:defRPr sz="1425" b="0">
                <a:solidFill>
                  <a:srgbClr val="777383"/>
                </a:solidFill>
                <a:latin typeface="DejaVu Sans"/>
                <a:ea typeface="DejaVu Sans"/>
                <a:cs typeface="DejaVu Sans"/>
              </a:defRPr>
            </a:lvl8pPr>
            <a:lvl9pPr>
              <a:defRPr sz="1425" b="0">
                <a:solidFill>
                  <a:srgbClr val="777383"/>
                </a:solidFill>
                <a:latin typeface="DejaVu Sans"/>
                <a:ea typeface="DejaVu Sans"/>
                <a:cs typeface="DejaVu Sans"/>
              </a:defRPr>
            </a:lvl9pPr>
          </a:lstStyle>
          <a:p xmlns:a="http://schemas.openxmlformats.org/drawingml/2006/main">
            <a:pPr>
              <a:defRPr sz="1425" b="0">
                <a:solidFill>
                  <a:srgbClr val="777383"/>
                </a:solidFill>
                <a:latin typeface="DejaVu Sans"/>
                <a:ea typeface="DejaVu Sans"/>
                <a:cs typeface="DejaVu Sans"/>
              </a:defRPr>
            </a:pPr>
            <a:r>
              <a:rPr sz="1425" b="0">
                <a:solidFill>
                  <a:srgbClr val="777383"/>
                </a:solidFill>
                <a:latin typeface="DejaVu Sans"/>
                <a:ea typeface="DejaVu Sans"/>
                <a:cs typeface="DejaVu Sans"/>
              </a:rPr>
              <a:t>24–30 октября · первая оценка, скорость команды пока неизвестна</a:t>
            </a:r>
          </a:p>
        </p:txBody>
      </p:sp>
    </p:spTree>
    <p:extLst>
      <p:ext uri="{BB962C8B-B14F-4D97-AF65-F5344CB8AC3E}">
        <p14:creationId xmlns:p14="http://schemas.microsoft.com/office/powerpoint/2010/main" val="1545769662"/>
      </p:ext>
    </p:extLst>
  </p:cSld>
</p:sld>
</file>

<file path=ppt/slides/slide6.xml><?xml version="1.0" encoding="utf-8"?>
<p:sld xmlns:p="http://schemas.openxmlformats.org/presentationml/2006/main">
  <p:cSld>
    <p:bg>
      <p:bgPr>
        <a:solidFill xmlns:a="http://schemas.openxmlformats.org/drawingml/2006/main">
          <a:srgbClr val="FAF9FF"/>
        </a:solidFill>
      </p:bgPr>
    </p:bg>
    <p:spTree>
      <p:nvGrpSpPr>
        <p:cNvPr id="1" name=""/>
        <p:cNvGrpSpPr/>
        <p:nvPr/>
      </p:nvGrpSpPr>
      <p:grpSpPr>
        <a:xfrm xmlns:a="http://schemas.openxmlformats.org/drawingml/2006/main"/>
      </p:grpSpPr>
      <p:sp>
        <p:nvSpPr>
          <p:cNvPr id="8" name="series">
            <a:extLst xmlns:a="http://schemas.openxmlformats.org/drawingml/2006/main">
              <a:ext uri="{FF2B5EF4-FFF2-40B4-BE49-F238E27FC236}">
                <a16:creationId xmlns:a16="http://schemas.microsoft.com/office/drawing/2014/main" id="{9E3D0ACC-32FB-4388-AAC1-6879AFA9239B}"/>
              </a:ext>
            </a:extLst>
          </p:cNvPr>
          <p:cNvSpPr>
            <a:spLocks xmlns:a="http://schemas.openxmlformats.org/drawingml/2006/main" noGrp="1"/>
          </p:cNvSpPr>
          <p:nvPr/>
        </p:nvSpPr>
        <p:spPr>
          <a:xfrm xmlns:a="http://schemas.openxmlformats.org/drawingml/2006/main">
            <a:off x="609600" y="285750"/>
            <a:ext cx="1047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125" b="1">
                <a:solidFill>
                  <a:srgbClr val="6145E6"/>
                </a:solidFill>
                <a:latin typeface="DejaVu Sans"/>
                <a:ea typeface="DejaVu Sans"/>
                <a:cs typeface="DejaVu Sans"/>
              </a:defRPr>
            </a:defPPr>
            <a:lvl1pPr>
              <a:defRPr sz="1125" b="1">
                <a:solidFill>
                  <a:srgbClr val="6145E6"/>
                </a:solidFill>
                <a:latin typeface="DejaVu Sans"/>
                <a:ea typeface="DejaVu Sans"/>
                <a:cs typeface="DejaVu Sans"/>
              </a:defRPr>
            </a:lvl1pPr>
            <a:lvl2pPr>
              <a:defRPr sz="1125" b="1">
                <a:solidFill>
                  <a:srgbClr val="6145E6"/>
                </a:solidFill>
                <a:latin typeface="DejaVu Sans"/>
                <a:ea typeface="DejaVu Sans"/>
                <a:cs typeface="DejaVu Sans"/>
              </a:defRPr>
            </a:lvl2pPr>
            <a:lvl3pPr>
              <a:defRPr sz="1125" b="1">
                <a:solidFill>
                  <a:srgbClr val="6145E6"/>
                </a:solidFill>
                <a:latin typeface="DejaVu Sans"/>
                <a:ea typeface="DejaVu Sans"/>
                <a:cs typeface="DejaVu Sans"/>
              </a:defRPr>
            </a:lvl3pPr>
            <a:lvl4pPr>
              <a:defRPr sz="1125" b="1">
                <a:solidFill>
                  <a:srgbClr val="6145E6"/>
                </a:solidFill>
                <a:latin typeface="DejaVu Sans"/>
                <a:ea typeface="DejaVu Sans"/>
                <a:cs typeface="DejaVu Sans"/>
              </a:defRPr>
            </a:lvl4pPr>
            <a:lvl5pPr>
              <a:defRPr sz="1125" b="1">
                <a:solidFill>
                  <a:srgbClr val="6145E6"/>
                </a:solidFill>
                <a:latin typeface="DejaVu Sans"/>
                <a:ea typeface="DejaVu Sans"/>
                <a:cs typeface="DejaVu Sans"/>
              </a:defRPr>
            </a:lvl5pPr>
            <a:lvl6pPr>
              <a:defRPr sz="1125" b="1">
                <a:solidFill>
                  <a:srgbClr val="6145E6"/>
                </a:solidFill>
                <a:latin typeface="DejaVu Sans"/>
                <a:ea typeface="DejaVu Sans"/>
                <a:cs typeface="DejaVu Sans"/>
              </a:defRPr>
            </a:lvl6pPr>
            <a:lvl7pPr>
              <a:defRPr sz="1125" b="1">
                <a:solidFill>
                  <a:srgbClr val="6145E6"/>
                </a:solidFill>
                <a:latin typeface="DejaVu Sans"/>
                <a:ea typeface="DejaVu Sans"/>
                <a:cs typeface="DejaVu Sans"/>
              </a:defRPr>
            </a:lvl7pPr>
            <a:lvl8pPr>
              <a:defRPr sz="1125" b="1">
                <a:solidFill>
                  <a:srgbClr val="6145E6"/>
                </a:solidFill>
                <a:latin typeface="DejaVu Sans"/>
                <a:ea typeface="DejaVu Sans"/>
                <a:cs typeface="DejaVu Sans"/>
              </a:defRPr>
            </a:lvl8pPr>
            <a:lvl9pPr>
              <a:defRPr sz="1125" b="1">
                <a:solidFill>
                  <a:srgbClr val="6145E6"/>
                </a:solidFill>
                <a:latin typeface="DejaVu Sans"/>
                <a:ea typeface="DejaVu Sans"/>
                <a:cs typeface="DejaVu Sans"/>
              </a:defRPr>
            </a:lvl9pPr>
          </a:lstStyle>
          <a:p xmlns:a="http://schemas.openxmlformats.org/drawingml/2006/main">
            <a:pPr>
              <a:defRPr sz="1125" b="1">
                <a:solidFill>
                  <a:srgbClr val="6145E6"/>
                </a:solidFill>
                <a:latin typeface="DejaVu Sans"/>
                <a:ea typeface="DejaVu Sans"/>
                <a:cs typeface="DejaVu Sans"/>
              </a:defRPr>
            </a:pPr>
            <a:r>
              <a:rPr sz="1125" b="1">
                <a:solidFill>
                  <a:srgbClr val="6145E6"/>
                </a:solidFill>
                <a:latin typeface="DejaVu Sans"/>
                <a:ea typeface="DejaVu Sans"/>
                <a:cs typeface="DejaVu Sans"/>
              </a:rPr>
              <a:t>ОНЛАЙН КУРСЫ / УЧЕБНЫЙ ПРОЕКТ</a:t>
            </a:r>
          </a:p>
        </p:txBody>
      </p:sp>
      <p:sp>
        <p:nvSpPr>
          <p:cNvPr id="2" name="title">
            <a:extLst xmlns:a="http://schemas.openxmlformats.org/drawingml/2006/main">
              <a:ext uri="{FF2B5EF4-FFF2-40B4-BE49-F238E27FC236}">
                <a16:creationId xmlns:a16="http://schemas.microsoft.com/office/drawing/2014/main" id="{0A0FED90-7599-4671-B59A-7CD6174A012F}"/>
              </a:ext>
            </a:extLst>
          </p:cNvPr>
          <p:cNvSpPr>
            <a:spLocks xmlns:a="http://schemas.openxmlformats.org/drawingml/2006/main" noGrp="1"/>
          </p:cNvSpPr>
          <p:nvPr/>
        </p:nvSpPr>
        <p:spPr>
          <a:xfrm xmlns:a="http://schemas.openxmlformats.org/drawingml/2006/main">
            <a:off x="609600" y="895350"/>
            <a:ext cx="10953750"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3600" b="1">
                <a:solidFill>
                  <a:srgbClr val="252638"/>
                </a:solidFill>
                <a:latin typeface="DejaVu Sans"/>
                <a:ea typeface="DejaVu Sans"/>
                <a:cs typeface="DejaVu Sans"/>
              </a:defRPr>
            </a:defPPr>
            <a:lvl1pPr>
              <a:defRPr sz="3600" b="1">
                <a:solidFill>
                  <a:srgbClr val="252638"/>
                </a:solidFill>
                <a:latin typeface="DejaVu Sans"/>
                <a:ea typeface="DejaVu Sans"/>
                <a:cs typeface="DejaVu Sans"/>
              </a:defRPr>
            </a:lvl1pPr>
            <a:lvl2pPr>
              <a:defRPr sz="3600" b="1">
                <a:solidFill>
                  <a:srgbClr val="252638"/>
                </a:solidFill>
                <a:latin typeface="DejaVu Sans"/>
                <a:ea typeface="DejaVu Sans"/>
                <a:cs typeface="DejaVu Sans"/>
              </a:defRPr>
            </a:lvl2pPr>
            <a:lvl3pPr>
              <a:defRPr sz="3600" b="1">
                <a:solidFill>
                  <a:srgbClr val="252638"/>
                </a:solidFill>
                <a:latin typeface="DejaVu Sans"/>
                <a:ea typeface="DejaVu Sans"/>
                <a:cs typeface="DejaVu Sans"/>
              </a:defRPr>
            </a:lvl3pPr>
            <a:lvl4pPr>
              <a:defRPr sz="3600" b="1">
                <a:solidFill>
                  <a:srgbClr val="252638"/>
                </a:solidFill>
                <a:latin typeface="DejaVu Sans"/>
                <a:ea typeface="DejaVu Sans"/>
                <a:cs typeface="DejaVu Sans"/>
              </a:defRPr>
            </a:lvl4pPr>
            <a:lvl5pPr>
              <a:defRPr sz="3600" b="1">
                <a:solidFill>
                  <a:srgbClr val="252638"/>
                </a:solidFill>
                <a:latin typeface="DejaVu Sans"/>
                <a:ea typeface="DejaVu Sans"/>
                <a:cs typeface="DejaVu Sans"/>
              </a:defRPr>
            </a:lvl5pPr>
            <a:lvl6pPr>
              <a:defRPr sz="3600" b="1">
                <a:solidFill>
                  <a:srgbClr val="252638"/>
                </a:solidFill>
                <a:latin typeface="DejaVu Sans"/>
                <a:ea typeface="DejaVu Sans"/>
                <a:cs typeface="DejaVu Sans"/>
              </a:defRPr>
            </a:lvl6pPr>
            <a:lvl7pPr>
              <a:defRPr sz="3600" b="1">
                <a:solidFill>
                  <a:srgbClr val="252638"/>
                </a:solidFill>
                <a:latin typeface="DejaVu Sans"/>
                <a:ea typeface="DejaVu Sans"/>
                <a:cs typeface="DejaVu Sans"/>
              </a:defRPr>
            </a:lvl7pPr>
            <a:lvl8pPr>
              <a:defRPr sz="3600" b="1">
                <a:solidFill>
                  <a:srgbClr val="252638"/>
                </a:solidFill>
                <a:latin typeface="DejaVu Sans"/>
                <a:ea typeface="DejaVu Sans"/>
                <a:cs typeface="DejaVu Sans"/>
              </a:defRPr>
            </a:lvl8pPr>
            <a:lvl9pPr>
              <a:defRPr sz="3600" b="1">
                <a:solidFill>
                  <a:srgbClr val="252638"/>
                </a:solidFill>
                <a:latin typeface="DejaVu Sans"/>
                <a:ea typeface="DejaVu Sans"/>
                <a:cs typeface="DejaVu Sans"/>
              </a:defRPr>
            </a:lvl9pPr>
          </a:lstStyle>
          <a:p xmlns:a="http://schemas.openxmlformats.org/drawingml/2006/main">
            <a:pPr>
              <a:defRPr sz="3600" b="1">
                <a:solidFill>
                  <a:srgbClr val="252638"/>
                </a:solidFill>
                <a:latin typeface="DejaVu Sans"/>
                <a:ea typeface="DejaVu Sans"/>
                <a:cs typeface="DejaVu Sans"/>
              </a:defRPr>
            </a:pPr>
            <a:r>
              <a:rPr sz="3600" b="1">
                <a:solidFill>
                  <a:srgbClr val="252638"/>
                </a:solidFill>
                <a:latin typeface="DejaVu Sans"/>
                <a:ea typeface="DejaVu Sans"/>
                <a:cs typeface="DejaVu Sans"/>
              </a:rPr>
              <a:t>Итог этапа и ближайшая проверка</a:t>
            </a:r>
          </a:p>
        </p:txBody>
      </p:sp>
      <p:sp>
        <p:nvSpPr>
          <p:cNvPr id="3" name="page">
            <a:extLst xmlns:a="http://schemas.openxmlformats.org/drawingml/2006/main">
              <a:ext uri="{FF2B5EF4-FFF2-40B4-BE49-F238E27FC236}">
                <a16:creationId xmlns:a16="http://schemas.microsoft.com/office/drawing/2014/main" id="{D16B2D9A-B78F-48EE-9AD9-CDDEB123ECA9}"/>
              </a:ext>
            </a:extLst>
          </p:cNvPr>
          <p:cNvSpPr>
            <a:spLocks xmlns:a="http://schemas.openxmlformats.org/drawingml/2006/main" noGrp="1"/>
          </p:cNvSpPr>
          <p:nvPr/>
        </p:nvSpPr>
        <p:spPr>
          <a:xfrm xmlns:a="http://schemas.openxmlformats.org/drawingml/2006/main">
            <a:off x="11049000" y="6286500"/>
            <a:ext cx="571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1200" b="0">
                <a:solidFill>
                  <a:srgbClr val="858393"/>
                </a:solidFill>
                <a:latin typeface="DejaVu Sans"/>
                <a:ea typeface="DejaVu Sans"/>
                <a:cs typeface="DejaVu Sans"/>
              </a:defRPr>
            </a:defPPr>
            <a:lvl1pPr>
              <a:defRPr sz="1200" b="0">
                <a:solidFill>
                  <a:srgbClr val="858393"/>
                </a:solidFill>
                <a:latin typeface="DejaVu Sans"/>
                <a:ea typeface="DejaVu Sans"/>
                <a:cs typeface="DejaVu Sans"/>
              </a:defRPr>
            </a:lvl1pPr>
            <a:lvl2pPr>
              <a:defRPr sz="1200" b="0">
                <a:solidFill>
                  <a:srgbClr val="858393"/>
                </a:solidFill>
                <a:latin typeface="DejaVu Sans"/>
                <a:ea typeface="DejaVu Sans"/>
                <a:cs typeface="DejaVu Sans"/>
              </a:defRPr>
            </a:lvl2pPr>
            <a:lvl3pPr>
              <a:defRPr sz="1200" b="0">
                <a:solidFill>
                  <a:srgbClr val="858393"/>
                </a:solidFill>
                <a:latin typeface="DejaVu Sans"/>
                <a:ea typeface="DejaVu Sans"/>
                <a:cs typeface="DejaVu Sans"/>
              </a:defRPr>
            </a:lvl3pPr>
            <a:lvl4pPr>
              <a:defRPr sz="1200" b="0">
                <a:solidFill>
                  <a:srgbClr val="858393"/>
                </a:solidFill>
                <a:latin typeface="DejaVu Sans"/>
                <a:ea typeface="DejaVu Sans"/>
                <a:cs typeface="DejaVu Sans"/>
              </a:defRPr>
            </a:lvl4pPr>
            <a:lvl5pPr>
              <a:defRPr sz="1200" b="0">
                <a:solidFill>
                  <a:srgbClr val="858393"/>
                </a:solidFill>
                <a:latin typeface="DejaVu Sans"/>
                <a:ea typeface="DejaVu Sans"/>
                <a:cs typeface="DejaVu Sans"/>
              </a:defRPr>
            </a:lvl5pPr>
            <a:lvl6pPr>
              <a:defRPr sz="1200" b="0">
                <a:solidFill>
                  <a:srgbClr val="858393"/>
                </a:solidFill>
                <a:latin typeface="DejaVu Sans"/>
                <a:ea typeface="DejaVu Sans"/>
                <a:cs typeface="DejaVu Sans"/>
              </a:defRPr>
            </a:lvl6pPr>
            <a:lvl7pPr>
              <a:defRPr sz="1200" b="0">
                <a:solidFill>
                  <a:srgbClr val="858393"/>
                </a:solidFill>
                <a:latin typeface="DejaVu Sans"/>
                <a:ea typeface="DejaVu Sans"/>
                <a:cs typeface="DejaVu Sans"/>
              </a:defRPr>
            </a:lvl7pPr>
            <a:lvl8pPr>
              <a:defRPr sz="1200" b="0">
                <a:solidFill>
                  <a:srgbClr val="858393"/>
                </a:solidFill>
                <a:latin typeface="DejaVu Sans"/>
                <a:ea typeface="DejaVu Sans"/>
                <a:cs typeface="DejaVu Sans"/>
              </a:defRPr>
            </a:lvl8pPr>
            <a:lvl9pPr>
              <a:defRPr sz="1200" b="0">
                <a:solidFill>
                  <a:srgbClr val="858393"/>
                </a:solidFill>
                <a:latin typeface="DejaVu Sans"/>
                <a:ea typeface="DejaVu Sans"/>
                <a:cs typeface="DejaVu Sans"/>
              </a:defRPr>
            </a:lvl9pPr>
          </a:lstStyle>
          <a:p xmlns:a="http://schemas.openxmlformats.org/drawingml/2006/main">
            <a:pPr>
              <a:defRPr sz="1200" b="0">
                <a:solidFill>
                  <a:srgbClr val="858393"/>
                </a:solidFill>
                <a:latin typeface="DejaVu Sans"/>
                <a:ea typeface="DejaVu Sans"/>
                <a:cs typeface="DejaVu Sans"/>
              </a:defRPr>
            </a:pPr>
            <a:r>
              <a:rPr sz="1200" b="0">
                <a:solidFill>
                  <a:srgbClr val="858393"/>
                </a:solidFill>
                <a:latin typeface="DejaVu Sans"/>
                <a:ea typeface="DejaVu Sans"/>
                <a:cs typeface="DejaVu Sans"/>
              </a:rPr>
              <a:t>06</a:t>
            </a:r>
          </a:p>
        </p:txBody>
      </p:sp>
      <p:sp>
        <p:nvSpPr>
          <p:cNvPr id="4" name="past">
            <a:extLst xmlns:a="http://schemas.openxmlformats.org/drawingml/2006/main">
              <a:ext uri="{FF2B5EF4-FFF2-40B4-BE49-F238E27FC236}">
                <a16:creationId xmlns:a16="http://schemas.microsoft.com/office/drawing/2014/main" id="{435726DC-E1F5-4CAA-B236-9EB6A38F701C}"/>
              </a:ext>
            </a:extLst>
          </p:cNvPr>
          <p:cNvSpPr>
            <a:spLocks xmlns:a="http://schemas.openxmlformats.org/drawingml/2006/main" noGrp="1"/>
          </p:cNvSpPr>
          <p:nvPr/>
        </p:nvSpPr>
        <p:spPr>
          <a:xfrm xmlns:a="http://schemas.openxmlformats.org/drawingml/2006/main">
            <a:off x="609600" y="2190750"/>
            <a:ext cx="10096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252638"/>
                </a:solidFill>
                <a:latin typeface="DejaVu Sans"/>
                <a:ea typeface="DejaVu Sans"/>
                <a:cs typeface="DejaVu Sans"/>
              </a:defRPr>
            </a:defPPr>
            <a:lvl1pPr>
              <a:defRPr sz="2250" b="1">
                <a:solidFill>
                  <a:srgbClr val="252638"/>
                </a:solidFill>
                <a:latin typeface="DejaVu Sans"/>
                <a:ea typeface="DejaVu Sans"/>
                <a:cs typeface="DejaVu Sans"/>
              </a:defRPr>
            </a:lvl1pPr>
            <a:lvl2pPr>
              <a:defRPr sz="2250" b="1">
                <a:solidFill>
                  <a:srgbClr val="252638"/>
                </a:solidFill>
                <a:latin typeface="DejaVu Sans"/>
                <a:ea typeface="DejaVu Sans"/>
                <a:cs typeface="DejaVu Sans"/>
              </a:defRPr>
            </a:lvl2pPr>
            <a:lvl3pPr>
              <a:defRPr sz="2250" b="1">
                <a:solidFill>
                  <a:srgbClr val="252638"/>
                </a:solidFill>
                <a:latin typeface="DejaVu Sans"/>
                <a:ea typeface="DejaVu Sans"/>
                <a:cs typeface="DejaVu Sans"/>
              </a:defRPr>
            </a:lvl3pPr>
            <a:lvl4pPr>
              <a:defRPr sz="2250" b="1">
                <a:solidFill>
                  <a:srgbClr val="252638"/>
                </a:solidFill>
                <a:latin typeface="DejaVu Sans"/>
                <a:ea typeface="DejaVu Sans"/>
                <a:cs typeface="DejaVu Sans"/>
              </a:defRPr>
            </a:lvl4pPr>
            <a:lvl5pPr>
              <a:defRPr sz="2250" b="1">
                <a:solidFill>
                  <a:srgbClr val="252638"/>
                </a:solidFill>
                <a:latin typeface="DejaVu Sans"/>
                <a:ea typeface="DejaVu Sans"/>
                <a:cs typeface="DejaVu Sans"/>
              </a:defRPr>
            </a:lvl5pPr>
            <a:lvl6pPr>
              <a:defRPr sz="2250" b="1">
                <a:solidFill>
                  <a:srgbClr val="252638"/>
                </a:solidFill>
                <a:latin typeface="DejaVu Sans"/>
                <a:ea typeface="DejaVu Sans"/>
                <a:cs typeface="DejaVu Sans"/>
              </a:defRPr>
            </a:lvl6pPr>
            <a:lvl7pPr>
              <a:defRPr sz="2250" b="1">
                <a:solidFill>
                  <a:srgbClr val="252638"/>
                </a:solidFill>
                <a:latin typeface="DejaVu Sans"/>
                <a:ea typeface="DejaVu Sans"/>
                <a:cs typeface="DejaVu Sans"/>
              </a:defRPr>
            </a:lvl7pPr>
            <a:lvl8pPr>
              <a:defRPr sz="2250" b="1">
                <a:solidFill>
                  <a:srgbClr val="252638"/>
                </a:solidFill>
                <a:latin typeface="DejaVu Sans"/>
                <a:ea typeface="DejaVu Sans"/>
                <a:cs typeface="DejaVu Sans"/>
              </a:defRPr>
            </a:lvl8pPr>
            <a:lvl9pPr>
              <a:defRPr sz="2250" b="1">
                <a:solidFill>
                  <a:srgbClr val="252638"/>
                </a:solidFill>
                <a:latin typeface="DejaVu Sans"/>
                <a:ea typeface="DejaVu Sans"/>
                <a:cs typeface="DejaVu Sans"/>
              </a:defRPr>
            </a:lvl9pPr>
          </a:lstStyle>
          <a:p xmlns:a="http://schemas.openxmlformats.org/drawingml/2006/main">
            <a:pPr>
              <a:defRPr sz="2250" b="1">
                <a:solidFill>
                  <a:srgbClr val="252638"/>
                </a:solidFill>
                <a:latin typeface="DejaVu Sans"/>
                <a:ea typeface="DejaVu Sans"/>
                <a:cs typeface="DejaVu Sans"/>
              </a:defRPr>
            </a:pPr>
            <a:r>
              <a:rPr sz="2250" b="1">
                <a:solidFill>
                  <a:srgbClr val="252638"/>
                </a:solidFill>
                <a:latin typeface="DejaVu Sans"/>
                <a:ea typeface="DejaVu Sans"/>
                <a:cs typeface="DejaVu Sans"/>
              </a:rPr>
              <a:t>Прошедшая неделя</a:t>
            </a:r>
          </a:p>
        </p:txBody>
      </p:sp>
      <p:sp>
        <p:nvSpPr>
          <p:cNvPr id="5" name="pastbody">
            <a:extLst xmlns:a="http://schemas.openxmlformats.org/drawingml/2006/main">
              <a:ext uri="{FF2B5EF4-FFF2-40B4-BE49-F238E27FC236}">
                <a16:creationId xmlns:a16="http://schemas.microsoft.com/office/drawing/2014/main" id="{B6FECD1A-1DEF-4002-B646-604AFB89F92E}"/>
              </a:ext>
            </a:extLst>
          </p:cNvPr>
          <p:cNvSpPr>
            <a:spLocks xmlns:a="http://schemas.openxmlformats.org/drawingml/2006/main" noGrp="1"/>
          </p:cNvSpPr>
          <p:nvPr/>
        </p:nvSpPr>
        <p:spPr>
          <a:xfrm xmlns:a="http://schemas.openxmlformats.org/drawingml/2006/main">
            <a:off x="609600" y="2809875"/>
            <a:ext cx="106680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0">
                <a:solidFill>
                  <a:srgbClr val="777383"/>
                </a:solidFill>
                <a:latin typeface="DejaVu Sans"/>
                <a:ea typeface="DejaVu Sans"/>
                <a:cs typeface="DejaVu Sans"/>
              </a:defRPr>
            </a:defPPr>
            <a:lvl1pPr>
              <a:defRPr sz="2175" b="0">
                <a:solidFill>
                  <a:srgbClr val="777383"/>
                </a:solidFill>
                <a:latin typeface="DejaVu Sans"/>
                <a:ea typeface="DejaVu Sans"/>
                <a:cs typeface="DejaVu Sans"/>
              </a:defRPr>
            </a:lvl1pPr>
            <a:lvl2pPr>
              <a:defRPr sz="2175" b="0">
                <a:solidFill>
                  <a:srgbClr val="777383"/>
                </a:solidFill>
                <a:latin typeface="DejaVu Sans"/>
                <a:ea typeface="DejaVu Sans"/>
                <a:cs typeface="DejaVu Sans"/>
              </a:defRPr>
            </a:lvl2pPr>
            <a:lvl3pPr>
              <a:defRPr sz="2175" b="0">
                <a:solidFill>
                  <a:srgbClr val="777383"/>
                </a:solidFill>
                <a:latin typeface="DejaVu Sans"/>
                <a:ea typeface="DejaVu Sans"/>
                <a:cs typeface="DejaVu Sans"/>
              </a:defRPr>
            </a:lvl3pPr>
            <a:lvl4pPr>
              <a:defRPr sz="2175" b="0">
                <a:solidFill>
                  <a:srgbClr val="777383"/>
                </a:solidFill>
                <a:latin typeface="DejaVu Sans"/>
                <a:ea typeface="DejaVu Sans"/>
                <a:cs typeface="DejaVu Sans"/>
              </a:defRPr>
            </a:lvl4pPr>
            <a:lvl5pPr>
              <a:defRPr sz="2175" b="0">
                <a:solidFill>
                  <a:srgbClr val="777383"/>
                </a:solidFill>
                <a:latin typeface="DejaVu Sans"/>
                <a:ea typeface="DejaVu Sans"/>
                <a:cs typeface="DejaVu Sans"/>
              </a:defRPr>
            </a:lvl5pPr>
            <a:lvl6pPr>
              <a:defRPr sz="2175" b="0">
                <a:solidFill>
                  <a:srgbClr val="777383"/>
                </a:solidFill>
                <a:latin typeface="DejaVu Sans"/>
                <a:ea typeface="DejaVu Sans"/>
                <a:cs typeface="DejaVu Sans"/>
              </a:defRPr>
            </a:lvl6pPr>
            <a:lvl7pPr>
              <a:defRPr sz="2175" b="0">
                <a:solidFill>
                  <a:srgbClr val="777383"/>
                </a:solidFill>
                <a:latin typeface="DejaVu Sans"/>
                <a:ea typeface="DejaVu Sans"/>
                <a:cs typeface="DejaVu Sans"/>
              </a:defRPr>
            </a:lvl7pPr>
            <a:lvl8pPr>
              <a:defRPr sz="2175" b="0">
                <a:solidFill>
                  <a:srgbClr val="777383"/>
                </a:solidFill>
                <a:latin typeface="DejaVu Sans"/>
                <a:ea typeface="DejaVu Sans"/>
                <a:cs typeface="DejaVu Sans"/>
              </a:defRPr>
            </a:lvl8pPr>
            <a:lvl9pPr>
              <a:defRPr sz="2175" b="0">
                <a:solidFill>
                  <a:srgbClr val="777383"/>
                </a:solidFill>
                <a:latin typeface="DejaVu Sans"/>
                <a:ea typeface="DejaVu Sans"/>
                <a:cs typeface="DejaVu Sans"/>
              </a:defRPr>
            </a:lvl9pPr>
          </a:lstStyle>
          <a:p xmlns:a="http://schemas.openxmlformats.org/drawingml/2006/main">
            <a:pPr>
              <a:defRPr sz="2175" b="0">
                <a:solidFill>
                  <a:srgbClr val="777383"/>
                </a:solidFill>
                <a:latin typeface="DejaVu Sans"/>
                <a:ea typeface="DejaVu Sans"/>
                <a:cs typeface="DejaVu Sans"/>
              </a:defRPr>
            </a:pPr>
            <a:r>
              <a:rPr sz="2175" b="0">
                <a:solidFill>
                  <a:srgbClr val="777383"/>
                </a:solidFill>
                <a:latin typeface="DejaVu Sans"/>
                <a:ea typeface="DejaVu Sans"/>
                <a:cs typeface="DejaVu Sans"/>
              </a:rPr>
              <a:t>Были ТЗ, макет и доска. Выполнение разработки</a:t>
            </a:r>
          </a:p>
          <a:p xmlns:a="http://schemas.openxmlformats.org/drawingml/2006/main">
            <a:pPr>
              <a:defRPr sz="2175" b="0">
                <a:solidFill>
                  <a:srgbClr val="777383"/>
                </a:solidFill>
                <a:latin typeface="DejaVu Sans"/>
                <a:ea typeface="DejaVu Sans"/>
                <a:cs typeface="DejaVu Sans"/>
              </a:defRPr>
            </a:pPr>
            <a:r>
              <a:rPr sz="2175" b="0">
                <a:solidFill>
                  <a:srgbClr val="777383"/>
                </a:solidFill>
                <a:latin typeface="DejaVu Sans"/>
                <a:ea typeface="DejaVu Sans"/>
                <a:cs typeface="DejaVu Sans"/>
              </a:rPr>
              <a:t>и исходная оценка недели не подтверждены.</a:t>
            </a:r>
          </a:p>
        </p:txBody>
      </p:sp>
      <p:sp>
        <p:nvSpPr>
          <p:cNvPr id="6" name="gate">
            <a:extLst xmlns:a="http://schemas.openxmlformats.org/drawingml/2006/main">
              <a:ext uri="{FF2B5EF4-FFF2-40B4-BE49-F238E27FC236}">
                <a16:creationId xmlns:a16="http://schemas.microsoft.com/office/drawing/2014/main" id="{F3265356-DD03-4E73-8B7F-BBE0E30173BD}"/>
              </a:ext>
            </a:extLst>
          </p:cNvPr>
          <p:cNvSpPr>
            <a:spLocks xmlns:a="http://schemas.openxmlformats.org/drawingml/2006/main" noGrp="1"/>
          </p:cNvSpPr>
          <p:nvPr/>
        </p:nvSpPr>
        <p:spPr>
          <a:xfrm xmlns:a="http://schemas.openxmlformats.org/drawingml/2006/main">
            <a:off x="609600" y="4333875"/>
            <a:ext cx="10477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250" b="1">
                <a:solidFill>
                  <a:srgbClr val="6145E6"/>
                </a:solidFill>
                <a:latin typeface="DejaVu Sans"/>
                <a:ea typeface="DejaVu Sans"/>
                <a:cs typeface="DejaVu Sans"/>
              </a:defRPr>
            </a:defPPr>
            <a:lvl1pPr>
              <a:defRPr sz="2250" b="1">
                <a:solidFill>
                  <a:srgbClr val="6145E6"/>
                </a:solidFill>
                <a:latin typeface="DejaVu Sans"/>
                <a:ea typeface="DejaVu Sans"/>
                <a:cs typeface="DejaVu Sans"/>
              </a:defRPr>
            </a:lvl1pPr>
            <a:lvl2pPr>
              <a:defRPr sz="2250" b="1">
                <a:solidFill>
                  <a:srgbClr val="6145E6"/>
                </a:solidFill>
                <a:latin typeface="DejaVu Sans"/>
                <a:ea typeface="DejaVu Sans"/>
                <a:cs typeface="DejaVu Sans"/>
              </a:defRPr>
            </a:lvl2pPr>
            <a:lvl3pPr>
              <a:defRPr sz="2250" b="1">
                <a:solidFill>
                  <a:srgbClr val="6145E6"/>
                </a:solidFill>
                <a:latin typeface="DejaVu Sans"/>
                <a:ea typeface="DejaVu Sans"/>
                <a:cs typeface="DejaVu Sans"/>
              </a:defRPr>
            </a:lvl3pPr>
            <a:lvl4pPr>
              <a:defRPr sz="2250" b="1">
                <a:solidFill>
                  <a:srgbClr val="6145E6"/>
                </a:solidFill>
                <a:latin typeface="DejaVu Sans"/>
                <a:ea typeface="DejaVu Sans"/>
                <a:cs typeface="DejaVu Sans"/>
              </a:defRPr>
            </a:lvl4pPr>
            <a:lvl5pPr>
              <a:defRPr sz="2250" b="1">
                <a:solidFill>
                  <a:srgbClr val="6145E6"/>
                </a:solidFill>
                <a:latin typeface="DejaVu Sans"/>
                <a:ea typeface="DejaVu Sans"/>
                <a:cs typeface="DejaVu Sans"/>
              </a:defRPr>
            </a:lvl5pPr>
            <a:lvl6pPr>
              <a:defRPr sz="2250" b="1">
                <a:solidFill>
                  <a:srgbClr val="6145E6"/>
                </a:solidFill>
                <a:latin typeface="DejaVu Sans"/>
                <a:ea typeface="DejaVu Sans"/>
                <a:cs typeface="DejaVu Sans"/>
              </a:defRPr>
            </a:lvl6pPr>
            <a:lvl7pPr>
              <a:defRPr sz="2250" b="1">
                <a:solidFill>
                  <a:srgbClr val="6145E6"/>
                </a:solidFill>
                <a:latin typeface="DejaVu Sans"/>
                <a:ea typeface="DejaVu Sans"/>
                <a:cs typeface="DejaVu Sans"/>
              </a:defRPr>
            </a:lvl7pPr>
            <a:lvl8pPr>
              <a:defRPr sz="2250" b="1">
                <a:solidFill>
                  <a:srgbClr val="6145E6"/>
                </a:solidFill>
                <a:latin typeface="DejaVu Sans"/>
                <a:ea typeface="DejaVu Sans"/>
                <a:cs typeface="DejaVu Sans"/>
              </a:defRPr>
            </a:lvl8pPr>
            <a:lvl9pPr>
              <a:defRPr sz="2250" b="1">
                <a:solidFill>
                  <a:srgbClr val="6145E6"/>
                </a:solidFill>
                <a:latin typeface="DejaVu Sans"/>
                <a:ea typeface="DejaVu Sans"/>
                <a:cs typeface="DejaVu Sans"/>
              </a:defRPr>
            </a:lvl9pPr>
          </a:lstStyle>
          <a:p xmlns:a="http://schemas.openxmlformats.org/drawingml/2006/main">
            <a:pPr>
              <a:defRPr sz="2250" b="1">
                <a:solidFill>
                  <a:srgbClr val="6145E6"/>
                </a:solidFill>
                <a:latin typeface="DejaVu Sans"/>
                <a:ea typeface="DejaVu Sans"/>
                <a:cs typeface="DejaVu Sans"/>
              </a:defRPr>
            </a:pPr>
            <a:r>
              <a:rPr sz="2250" b="1">
                <a:solidFill>
                  <a:srgbClr val="6145E6"/>
                </a:solidFill>
                <a:latin typeface="DejaVu Sans"/>
                <a:ea typeface="DejaVu Sans"/>
                <a:cs typeface="DejaVu Sans"/>
              </a:rPr>
              <a:t>Перед переходом к backend</a:t>
            </a:r>
          </a:p>
        </p:txBody>
      </p:sp>
      <p:sp>
        <p:nvSpPr>
          <p:cNvPr id="7" name="gatebody">
            <a:extLst xmlns:a="http://schemas.openxmlformats.org/drawingml/2006/main">
              <a:ext uri="{FF2B5EF4-FFF2-40B4-BE49-F238E27FC236}">
                <a16:creationId xmlns:a16="http://schemas.microsoft.com/office/drawing/2014/main" id="{80FFBCC7-B652-43E3-87AD-5BDF1725F020}"/>
              </a:ext>
            </a:extLst>
          </p:cNvPr>
          <p:cNvSpPr>
            <a:spLocks xmlns:a="http://schemas.openxmlformats.org/drawingml/2006/main" noGrp="1"/>
          </p:cNvSpPr>
          <p:nvPr/>
        </p:nvSpPr>
        <p:spPr>
          <a:xfrm xmlns:a="http://schemas.openxmlformats.org/drawingml/2006/main">
            <a:off x="609600" y="4953000"/>
            <a:ext cx="10477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defPPr>
              <a:defRPr sz="2175" b="0">
                <a:solidFill>
                  <a:srgbClr val="252638"/>
                </a:solidFill>
                <a:latin typeface="DejaVu Sans"/>
                <a:ea typeface="DejaVu Sans"/>
                <a:cs typeface="DejaVu Sans"/>
              </a:defRPr>
            </a:defPPr>
            <a:lvl1pPr>
              <a:defRPr sz="2175" b="0">
                <a:solidFill>
                  <a:srgbClr val="252638"/>
                </a:solidFill>
                <a:latin typeface="DejaVu Sans"/>
                <a:ea typeface="DejaVu Sans"/>
                <a:cs typeface="DejaVu Sans"/>
              </a:defRPr>
            </a:lvl1pPr>
            <a:lvl2pPr>
              <a:defRPr sz="2175" b="0">
                <a:solidFill>
                  <a:srgbClr val="252638"/>
                </a:solidFill>
                <a:latin typeface="DejaVu Sans"/>
                <a:ea typeface="DejaVu Sans"/>
                <a:cs typeface="DejaVu Sans"/>
              </a:defRPr>
            </a:lvl2pPr>
            <a:lvl3pPr>
              <a:defRPr sz="2175" b="0">
                <a:solidFill>
                  <a:srgbClr val="252638"/>
                </a:solidFill>
                <a:latin typeface="DejaVu Sans"/>
                <a:ea typeface="DejaVu Sans"/>
                <a:cs typeface="DejaVu Sans"/>
              </a:defRPr>
            </a:lvl3pPr>
            <a:lvl4pPr>
              <a:defRPr sz="2175" b="0">
                <a:solidFill>
                  <a:srgbClr val="252638"/>
                </a:solidFill>
                <a:latin typeface="DejaVu Sans"/>
                <a:ea typeface="DejaVu Sans"/>
                <a:cs typeface="DejaVu Sans"/>
              </a:defRPr>
            </a:lvl4pPr>
            <a:lvl5pPr>
              <a:defRPr sz="2175" b="0">
                <a:solidFill>
                  <a:srgbClr val="252638"/>
                </a:solidFill>
                <a:latin typeface="DejaVu Sans"/>
                <a:ea typeface="DejaVu Sans"/>
                <a:cs typeface="DejaVu Sans"/>
              </a:defRPr>
            </a:lvl5pPr>
            <a:lvl6pPr>
              <a:defRPr sz="2175" b="0">
                <a:solidFill>
                  <a:srgbClr val="252638"/>
                </a:solidFill>
                <a:latin typeface="DejaVu Sans"/>
                <a:ea typeface="DejaVu Sans"/>
                <a:cs typeface="DejaVu Sans"/>
              </a:defRPr>
            </a:lvl6pPr>
            <a:lvl7pPr>
              <a:defRPr sz="2175" b="0">
                <a:solidFill>
                  <a:srgbClr val="252638"/>
                </a:solidFill>
                <a:latin typeface="DejaVu Sans"/>
                <a:ea typeface="DejaVu Sans"/>
                <a:cs typeface="DejaVu Sans"/>
              </a:defRPr>
            </a:lvl7pPr>
            <a:lvl8pPr>
              <a:defRPr sz="2175" b="0">
                <a:solidFill>
                  <a:srgbClr val="252638"/>
                </a:solidFill>
                <a:latin typeface="DejaVu Sans"/>
                <a:ea typeface="DejaVu Sans"/>
                <a:cs typeface="DejaVu Sans"/>
              </a:defRPr>
            </a:lvl8pPr>
            <a:lvl9pPr>
              <a:defRPr sz="2175" b="0">
                <a:solidFill>
                  <a:srgbClr val="252638"/>
                </a:solidFill>
                <a:latin typeface="DejaVu Sans"/>
                <a:ea typeface="DejaVu Sans"/>
                <a:cs typeface="DejaVu Sans"/>
              </a:defRPr>
            </a:lvl9pPr>
          </a:lstStyle>
          <a:p xmlns:a="http://schemas.openxmlformats.org/drawingml/2006/main">
            <a:pPr>
              <a:defRPr sz="2175" b="0">
                <a:solidFill>
                  <a:srgbClr val="252638"/>
                </a:solidFill>
                <a:latin typeface="DejaVu Sans"/>
                <a:ea typeface="DejaVu Sans"/>
                <a:cs typeface="DejaVu Sans"/>
              </a:defRPr>
            </a:pPr>
            <a:r>
              <a:rPr sz="2175" b="0">
                <a:solidFill>
                  <a:srgbClr val="252638"/>
                </a:solidFill>
                <a:latin typeface="DejaVu Sans"/>
                <a:ea typeface="DejaVu Sans"/>
                <a:cs typeface="DejaVu Sans"/>
              </a:rPr>
              <a:t>Станислав проверяет прототип.</a:t>
            </a:r>
          </a:p>
          <a:p xmlns:a="http://schemas.openxmlformats.org/drawingml/2006/main">
            <a:pPr>
              <a:defRPr sz="2175" b="0">
                <a:solidFill>
                  <a:srgbClr val="252638"/>
                </a:solidFill>
                <a:latin typeface="DejaVu Sans"/>
                <a:ea typeface="DejaVu Sans"/>
                <a:cs typeface="DejaVu Sans"/>
              </a:defRPr>
            </a:pPr>
            <a:r>
              <a:rPr sz="2175" b="0">
                <a:solidFill>
                  <a:srgbClr val="252638"/>
                </a:solidFill>
                <a:latin typeface="DejaVu Sans"/>
                <a:ea typeface="DejaVu Sans"/>
                <a:cs typeface="DejaVu Sans"/>
              </a:rPr>
              <a:t>Команда согласует ТЗ и принимает результаты.</a:t>
            </a:r>
          </a:p>
        </p:txBody>
      </p:sp>
    </p:spTree>
    <p:extLst>
      <p:ext uri="{BB962C8B-B14F-4D97-AF65-F5344CB8AC3E}">
        <p14:creationId xmlns:p14="http://schemas.microsoft.com/office/powerpoint/2010/main" val="467755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2026-10-23T23:17:18.9820000Z</dcterms:created>
  <dcterms:modified xsi:type="dcterms:W3CDTF">2026-10-23T23:17:18.9830000Z</dcterms:modified>
</coreProperties>
</file>